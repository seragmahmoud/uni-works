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5"/>
    <p:sldMasterId id="2147483752" r:id="rId6"/>
  </p:sldMasterIdLst>
  <p:notesMasterIdLst>
    <p:notesMasterId r:id="rId27"/>
  </p:notesMasterIdLst>
  <p:sldIdLst>
    <p:sldId id="1337" r:id="rId7"/>
    <p:sldId id="1338" r:id="rId8"/>
    <p:sldId id="1283" r:id="rId9"/>
    <p:sldId id="1339" r:id="rId10"/>
    <p:sldId id="1340" r:id="rId11"/>
    <p:sldId id="1341" r:id="rId12"/>
    <p:sldId id="1342" r:id="rId13"/>
    <p:sldId id="1343" r:id="rId14"/>
    <p:sldId id="1286" r:id="rId15"/>
    <p:sldId id="1344" r:id="rId16"/>
    <p:sldId id="1345" r:id="rId17"/>
    <p:sldId id="1346" r:id="rId18"/>
    <p:sldId id="1347" r:id="rId19"/>
    <p:sldId id="1349" r:id="rId20"/>
    <p:sldId id="1350" r:id="rId21"/>
    <p:sldId id="1348" r:id="rId22"/>
    <p:sldId id="1287" r:id="rId23"/>
    <p:sldId id="1351" r:id="rId24"/>
    <p:sldId id="1352" r:id="rId25"/>
    <p:sldId id="1353" r:id="rId26"/>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6F0C56D-A7EC-6291-1478-EEF940639753}" name="Nathan Lee" initials="NL" userId="S::n4lee@uwaterloo.ca::3bac4d1c-a532-4c59-af13-95b2ee969b27" providerId="AD"/>
  <p188:author id="{CF5908EA-C0EC-74C4-F723-A0C1232D73D5}" name="Tara Hillis" initials="TH" userId="S::thillis@uwaterloo.ca::8e496ab1-776d-45bb-a30d-f1d68ef9643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63428" autoAdjust="0"/>
  </p:normalViewPr>
  <p:slideViewPr>
    <p:cSldViewPr snapToGrid="0" snapToObjects="1">
      <p:cViewPr varScale="1">
        <p:scale>
          <a:sx n="49" d="100"/>
          <a:sy n="49" d="100"/>
        </p:scale>
        <p:origin x="192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microsoft.com/office/2018/10/relationships/authors" Target="author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A00646F2-BF55-4C4A-9D0B-721C6A50C036}" type="datetimeFigureOut">
              <a:rPr lang="en-US" altLang="en-US"/>
              <a:pPr>
                <a:defRPr/>
              </a:pPr>
              <a:t>5/9/2026</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9DB5F05-EFE1-415B-BF0E-21012962F881}" type="slidenum">
              <a:rPr lang="en-US" altLang="en-US"/>
              <a:pPr>
                <a:defRPr/>
              </a:pPr>
              <a:t>‹#›</a:t>
            </a:fld>
            <a:endParaRPr lang="en-US" altLang="en-US"/>
          </a:p>
        </p:txBody>
      </p:sp>
    </p:spTree>
    <p:extLst>
      <p:ext uri="{BB962C8B-B14F-4D97-AF65-F5344CB8AC3E}">
        <p14:creationId xmlns:p14="http://schemas.microsoft.com/office/powerpoint/2010/main" val="1500133047"/>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i="1" u="sng"/>
              <a:t>Purpose of Project Kick off</a:t>
            </a:r>
            <a:endParaRPr lang="en-US"/>
          </a:p>
          <a:p>
            <a:pPr>
              <a:defRPr/>
            </a:pPr>
            <a:r>
              <a:rPr lang="en-US"/>
              <a:t>Project kickoff meetings are more than just a feel good, meet and greet. It is the project manager’s first opportunity to set expectations across the entire project team, crack the ice that can inhibit team communication and ensure that your sponsor and stakeholders understand the project goals, deliverables and schedule milestones thereby helping the project team be successful. </a:t>
            </a:r>
          </a:p>
          <a:p>
            <a:pPr>
              <a:defRPr/>
            </a:pPr>
            <a:endParaRPr lang="en-US" b="1" i="1" u="sng"/>
          </a:p>
          <a:p>
            <a:pPr>
              <a:defRPr/>
            </a:pPr>
            <a:r>
              <a:rPr lang="en-US" b="1" i="1" u="sng"/>
              <a:t>Instructions</a:t>
            </a:r>
            <a:endParaRPr lang="en-US"/>
          </a:p>
          <a:p>
            <a:pPr>
              <a:defRPr/>
            </a:pPr>
            <a:r>
              <a:rPr lang="en-US"/>
              <a:t>This Project Kickoff Presentation can be used for a variety of project types.  It is intended to be used at a project kickoff meeting with relevant stakeholders, project sponsors, and project team members present.  The meeting is typically led by the project manager. The tone of the meeting should be motivating to encourage interest and commitment to the project. Depending on the size of the project, the meeting can be between one and two hours, including time for questions. The kickoff meeting provides high level information about the project and does not get into granular details of the project implementation. </a:t>
            </a:r>
          </a:p>
          <a:p>
            <a:pPr>
              <a:defRPr/>
            </a:pPr>
            <a:endParaRPr lang="en-US"/>
          </a:p>
          <a:p>
            <a:pPr>
              <a:defRPr/>
            </a:pPr>
            <a:r>
              <a:rPr lang="en-US"/>
              <a:t>The</a:t>
            </a:r>
            <a:r>
              <a:rPr lang="en-US" baseline="0"/>
              <a:t> PMO can be contacted (Pam Fluttert, flutter@uwaterloo.ca) to speak towards the 2 slides about the PMO services available for the project, and the methodology.</a:t>
            </a:r>
            <a:endParaRPr lang="en-US"/>
          </a:p>
          <a:p>
            <a:pPr>
              <a:defRPr/>
            </a:pPr>
            <a:endParaRPr lang="en-US"/>
          </a:p>
          <a:p>
            <a:pPr>
              <a:defRPr/>
            </a:pPr>
            <a:r>
              <a:rPr lang="en-US" b="1" i="1"/>
              <a:t>Tips</a:t>
            </a:r>
          </a:p>
          <a:p>
            <a:pPr marL="171450" indent="-171450">
              <a:buFont typeface="Arial" panose="020B0604020202020204" pitchFamily="34" charset="0"/>
              <a:buChar char="•"/>
              <a:defRPr/>
            </a:pPr>
            <a:r>
              <a:rPr lang="en-US"/>
              <a:t>Invitees should include people assigned to the project and/or functional managers who will have staff involved in the project, the project sponsor, and any other important stakeholders. (Note: some attendees may be external to the university such as vendor.)</a:t>
            </a:r>
          </a:p>
          <a:p>
            <a:pPr marL="171450" indent="-171450">
              <a:buFont typeface="Arial" panose="020B0604020202020204" pitchFamily="34" charset="0"/>
              <a:buChar char="•"/>
              <a:defRPr/>
            </a:pPr>
            <a:r>
              <a:rPr lang="en-US"/>
              <a:t>Most of this information presented at the kick off meeting will come from the Project Charter.  It is common to involve key project members in the creation of the project kickoff presentation content to ensure accuracy and that a wide variety of perspectives have been accounted for.  It is also wise to discuss some of the information with key project sponsors and stakeholders prior to the kickoff meeting to avoid any major disapproval in the meeting. </a:t>
            </a:r>
          </a:p>
          <a:p>
            <a:pPr marL="171450" indent="-171450">
              <a:buFont typeface="Arial" panose="020B0604020202020204" pitchFamily="34" charset="0"/>
              <a:buChar char="•"/>
              <a:defRPr/>
            </a:pPr>
            <a:r>
              <a:rPr lang="en-US"/>
              <a:t>Time should be allotted throughout the presentation or at the end for questions and discussion. </a:t>
            </a:r>
          </a:p>
          <a:p>
            <a:pPr marL="171450" indent="-171450">
              <a:buFont typeface="Arial" panose="020B0604020202020204" pitchFamily="34" charset="0"/>
              <a:buChar char="•"/>
              <a:defRPr/>
            </a:pPr>
            <a:r>
              <a:rPr lang="en-US"/>
              <a:t>The kickoff is intended to bring everyone up to speed, not to discuss every item in detail. </a:t>
            </a:r>
          </a:p>
          <a:p>
            <a:pPr marL="171450" indent="-171450">
              <a:buFont typeface="Arial" panose="020B0604020202020204" pitchFamily="34" charset="0"/>
              <a:buChar char="•"/>
              <a:defRPr/>
            </a:pPr>
            <a:r>
              <a:rPr lang="en-US"/>
              <a:t>Every participant needs to see you taking charge of the meeting agenda.</a:t>
            </a:r>
          </a:p>
          <a:p>
            <a:pPr marL="171450" indent="-171450">
              <a:buFont typeface="Arial" panose="020B0604020202020204" pitchFamily="34" charset="0"/>
              <a:buChar char="•"/>
              <a:defRPr/>
            </a:pPr>
            <a:r>
              <a:rPr lang="en-US"/>
              <a:t>Summarize the meeting with a call for action and list outstanding items that require immediate follow-up. Provide direction on any follow-up communication needed and what you expect from everyone at the first project status meeting.</a:t>
            </a:r>
            <a:br>
              <a:rPr lang="en-US"/>
            </a:br>
            <a:endParaRPr lang="en-US"/>
          </a:p>
          <a:p>
            <a:pPr>
              <a:defRPr/>
            </a:pPr>
            <a:r>
              <a:rPr lang="en-US"/>
              <a:t>This project kickoff presentation can also be used later in the project if new team members are brought on board.  The presentation can be shared with them to help them get up to speed quickly on the details of the project.</a:t>
            </a:r>
            <a:br>
              <a:rPr lang="en-US"/>
            </a:br>
            <a:endParaRPr lang="en-US"/>
          </a:p>
          <a:p>
            <a:pPr>
              <a:defRPr/>
            </a:pPr>
            <a:r>
              <a:rPr lang="en-US" b="1" i="1"/>
              <a:t> </a:t>
            </a:r>
            <a:endParaRPr lang="en-US"/>
          </a:p>
          <a:p>
            <a:pPr>
              <a:defRPr/>
            </a:pPr>
            <a:r>
              <a:rPr lang="en-US" b="1" i="1" u="sng"/>
              <a:t>Next Steps</a:t>
            </a:r>
            <a:endParaRPr lang="en-US"/>
          </a:p>
          <a:p>
            <a:pPr>
              <a:defRPr/>
            </a:pPr>
            <a:r>
              <a:rPr lang="en-US"/>
              <a:t>File the presentation in the project documentation repository.  Once the project has been kicked off, the project will move into the Planning phase.</a:t>
            </a:r>
          </a:p>
          <a:p>
            <a:pPr>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cs typeface="Calibri"/>
            </a:endParaRPr>
          </a:p>
        </p:txBody>
      </p:sp>
      <p:sp>
        <p:nvSpPr>
          <p:cNvPr id="4" name="Slide Number Placeholder 3"/>
          <p:cNvSpPr>
            <a:spLocks noGrp="1"/>
          </p:cNvSpPr>
          <p:nvPr>
            <p:ph type="sldNum" sz="quarter" idx="5"/>
          </p:nvPr>
        </p:nvSpPr>
        <p:spPr/>
        <p:txBody>
          <a:bodyPr/>
          <a:lstStyle/>
          <a:p>
            <a:fld id="{8CCEF7D1-689C-4BC1-B59B-4A4CE078ECDF}" type="slidenum">
              <a:rPr lang="en-US" smtClean="0"/>
              <a:t>1</a:t>
            </a:fld>
            <a:endParaRPr lang="en-US"/>
          </a:p>
        </p:txBody>
      </p:sp>
    </p:spTree>
    <p:extLst>
      <p:ext uri="{BB962C8B-B14F-4D97-AF65-F5344CB8AC3E}">
        <p14:creationId xmlns:p14="http://schemas.microsoft.com/office/powerpoint/2010/main" val="1261731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7500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8CCEF7D1-689C-4BC1-B59B-4A4CE078ECDF}" type="slidenum">
              <a:rPr lang="en-US" smtClean="0"/>
              <a:t>3</a:t>
            </a:fld>
            <a:endParaRPr lang="en-US"/>
          </a:p>
        </p:txBody>
      </p:sp>
    </p:spTree>
    <p:extLst>
      <p:ext uri="{BB962C8B-B14F-4D97-AF65-F5344CB8AC3E}">
        <p14:creationId xmlns:p14="http://schemas.microsoft.com/office/powerpoint/2010/main" val="4129499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t>Introductions – Let everyone know that you’ll be asking each attendee to state his/her name and what area s/he is representing.  This</a:t>
            </a:r>
            <a:r>
              <a:rPr lang="en-CA" altLang="en-US" baseline="0" dirty="0"/>
              <a:t> would also be a good opportunity to ask everybody what their personal goals with their participation on the project.</a:t>
            </a:r>
            <a:endParaRPr lang="en-CA" altLang="en-US" dirty="0"/>
          </a:p>
          <a:p>
            <a:endParaRPr lang="en-CA" altLang="en-US" dirty="0"/>
          </a:p>
          <a:p>
            <a:r>
              <a:rPr lang="en-CA" altLang="en-US" dirty="0"/>
              <a:t>In addition, advise that you’ll be providing a brief introduction to the PMO and the project management if these items are new to the meeting attendees.</a:t>
            </a:r>
          </a:p>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3160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04945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1763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5764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3902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8CCEF7D1-689C-4BC1-B59B-4A4CE078ECDF}" type="slidenum">
              <a:rPr lang="en-US" smtClean="0"/>
              <a:t>9</a:t>
            </a:fld>
            <a:endParaRPr lang="en-US"/>
          </a:p>
        </p:txBody>
      </p:sp>
    </p:spTree>
    <p:extLst>
      <p:ext uri="{BB962C8B-B14F-4D97-AF65-F5344CB8AC3E}">
        <p14:creationId xmlns:p14="http://schemas.microsoft.com/office/powerpoint/2010/main" val="2863638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t>As per the project charter</a:t>
            </a:r>
          </a:p>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3327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t>As per the project charter</a:t>
            </a:r>
          </a:p>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2326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7185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Project governance may be assigned to Steering Committee or some other group.  </a:t>
            </a:r>
          </a:p>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4019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As per the project charter</a:t>
            </a:r>
          </a:p>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833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As per the project charter</a:t>
            </a:r>
          </a:p>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37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Describe the roles &amp; accountabilities for the Project team and governance group or groups.</a:t>
            </a:r>
          </a:p>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32602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Provide an invitation to stakeholders and identify stakeholders</a:t>
            </a:r>
          </a:p>
        </p:txBody>
      </p:sp>
      <p:sp>
        <p:nvSpPr>
          <p:cNvPr id="4" name="Slide Number Placeholder 3"/>
          <p:cNvSpPr>
            <a:spLocks noGrp="1"/>
          </p:cNvSpPr>
          <p:nvPr>
            <p:ph type="sldNum" sz="quarter" idx="5"/>
          </p:nvPr>
        </p:nvSpPr>
        <p:spPr/>
        <p:txBody>
          <a:bodyPr/>
          <a:lstStyle/>
          <a:p>
            <a:fld id="{8CCEF7D1-689C-4BC1-B59B-4A4CE078ECDF}" type="slidenum">
              <a:rPr lang="en-US" smtClean="0"/>
              <a:t>17</a:t>
            </a:fld>
            <a:endParaRPr lang="en-US"/>
          </a:p>
        </p:txBody>
      </p:sp>
    </p:spTree>
    <p:extLst>
      <p:ext uri="{BB962C8B-B14F-4D97-AF65-F5344CB8AC3E}">
        <p14:creationId xmlns:p14="http://schemas.microsoft.com/office/powerpoint/2010/main" val="38314362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97813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17466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CEF7D1-689C-4BC1-B59B-4A4CE078EC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2418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1115283" y="1366174"/>
            <a:ext cx="9870525" cy="1362075"/>
          </a:xfrm>
        </p:spPr>
        <p:txBody>
          <a:bodyPr/>
          <a:lstStyle>
            <a:lvl1pPr algn="ctr">
              <a:defRPr sz="3200"/>
            </a:lvl1pPr>
          </a:lstStyle>
          <a:p>
            <a:r>
              <a:rPr lang="en-US"/>
              <a:t>Click to edit Master title style</a:t>
            </a:r>
            <a:endParaRPr lang="en-US" dirty="0"/>
          </a:p>
        </p:txBody>
      </p:sp>
      <p:sp>
        <p:nvSpPr>
          <p:cNvPr id="9" name="Text Placeholder 2"/>
          <p:cNvSpPr>
            <a:spLocks noGrp="1"/>
          </p:cNvSpPr>
          <p:nvPr>
            <p:ph type="body" idx="1"/>
          </p:nvPr>
        </p:nvSpPr>
        <p:spPr>
          <a:xfrm>
            <a:off x="1540263" y="2966002"/>
            <a:ext cx="9129339" cy="584199"/>
          </a:xfrm>
        </p:spPr>
        <p:txBody>
          <a:bodyPr/>
          <a:lstStyle>
            <a:lvl1pPr marL="0" indent="0" algn="ctr">
              <a:buNone/>
              <a:defRPr>
                <a:latin typeface="Times New Roman"/>
                <a:cs typeface="Times New Roman"/>
              </a:defRPr>
            </a:lvl1pPr>
          </a:lstStyle>
          <a:p>
            <a:pPr lvl="0"/>
            <a:r>
              <a:rPr lang="en-US"/>
              <a:t>Click to edit Master text styles</a:t>
            </a:r>
          </a:p>
        </p:txBody>
      </p:sp>
      <p:sp>
        <p:nvSpPr>
          <p:cNvPr id="4" name="Footer Placeholder 4"/>
          <p:cNvSpPr>
            <a:spLocks noGrp="1"/>
          </p:cNvSpPr>
          <p:nvPr>
            <p:ph type="ftr" sz="quarter" idx="10"/>
          </p:nvPr>
        </p:nvSpPr>
        <p:spPr/>
        <p:txBody>
          <a:bodyPr/>
          <a:lstStyle>
            <a:lvl1pPr algn="l">
              <a:defRPr sz="1200">
                <a:solidFill>
                  <a:schemeClr val="tx1"/>
                </a:solidFill>
                <a:latin typeface="Arial"/>
                <a:cs typeface="Arial"/>
              </a:defRPr>
            </a:lvl1pPr>
          </a:lstStyle>
          <a:p>
            <a:pPr>
              <a:defRPr/>
            </a:pPr>
            <a:endParaRPr lang="en-US"/>
          </a:p>
        </p:txBody>
      </p:sp>
    </p:spTree>
    <p:extLst>
      <p:ext uri="{BB962C8B-B14F-4D97-AF65-F5344CB8AC3E}">
        <p14:creationId xmlns:p14="http://schemas.microsoft.com/office/powerpoint/2010/main" val="2022560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87338"/>
            <a:ext cx="10972800" cy="1143000"/>
          </a:xfrm>
        </p:spPr>
        <p:txBody>
          <a:bodyPr anchor="t"/>
          <a:lstStyle>
            <a:lvl1pPr>
              <a:defRPr cap="all">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pc="100">
                <a:solidFill>
                  <a:srgbClr val="000000"/>
                </a:solidFill>
              </a:defRPr>
            </a:lvl1pPr>
            <a:lvl2pPr>
              <a:defRPr spc="100">
                <a:solidFill>
                  <a:srgbClr val="000000"/>
                </a:solidFill>
              </a:defRPr>
            </a:lvl2pPr>
            <a:lvl3pPr>
              <a:defRPr spc="100">
                <a:solidFill>
                  <a:srgbClr val="000000"/>
                </a:solidFill>
              </a:defRPr>
            </a:lvl3pPr>
            <a:lvl4pPr>
              <a:defRPr spc="100">
                <a:solidFill>
                  <a:srgbClr val="000000"/>
                </a:solidFill>
              </a:defRPr>
            </a:lvl4pPr>
            <a:lvl5pPr>
              <a:defRPr spc="1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p:cNvSpPr>
            <a:spLocks noGrp="1"/>
          </p:cNvSpPr>
          <p:nvPr>
            <p:ph type="ftr" sz="quarter" idx="10"/>
          </p:nvPr>
        </p:nvSpPr>
        <p:spPr/>
        <p:txBody>
          <a:bodyPr/>
          <a:lstStyle>
            <a:lvl1pPr>
              <a:defRPr/>
            </a:lvl1pPr>
          </a:lstStyle>
          <a:p>
            <a:pPr>
              <a:defRPr/>
            </a:pPr>
            <a:endParaRPr lang="en-US"/>
          </a:p>
        </p:txBody>
      </p:sp>
      <p:sp>
        <p:nvSpPr>
          <p:cNvPr id="5" name="Slide Number Placeholder 5"/>
          <p:cNvSpPr>
            <a:spLocks noGrp="1"/>
          </p:cNvSpPr>
          <p:nvPr>
            <p:ph type="sldNum" sz="quarter" idx="11"/>
          </p:nvPr>
        </p:nvSpPr>
        <p:spPr/>
        <p:txBody>
          <a:bodyPr/>
          <a:lstStyle>
            <a:lvl1pPr>
              <a:defRPr/>
            </a:lvl1pPr>
          </a:lstStyle>
          <a:p>
            <a:pPr>
              <a:defRPr/>
            </a:pPr>
            <a:fld id="{4F58AD9B-E027-4C4F-8BAB-DB45A310C903}" type="slidenum">
              <a:rPr lang="en-US" altLang="en-US"/>
              <a:pPr>
                <a:defRPr/>
              </a:pPr>
              <a:t>‹#›</a:t>
            </a:fld>
            <a:endParaRPr lang="en-US" altLang="en-US"/>
          </a:p>
        </p:txBody>
      </p:sp>
    </p:spTree>
    <p:extLst>
      <p:ext uri="{BB962C8B-B14F-4D97-AF65-F5344CB8AC3E}">
        <p14:creationId xmlns:p14="http://schemas.microsoft.com/office/powerpoint/2010/main" val="3731184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cap="all"/>
            </a:lvl1p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marL="0" indent="0">
              <a:spcBef>
                <a:spcPts val="0"/>
              </a:spcBef>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0"/>
          </p:nvPr>
        </p:nvSpPr>
        <p:spPr/>
        <p:txBody>
          <a:bodyPr/>
          <a:lstStyle>
            <a:lvl1pPr>
              <a:defRPr/>
            </a:lvl1pPr>
          </a:lstStyle>
          <a:p>
            <a:pPr>
              <a:defRPr/>
            </a:pPr>
            <a:endParaRPr lang="en-US"/>
          </a:p>
        </p:txBody>
      </p:sp>
      <p:sp>
        <p:nvSpPr>
          <p:cNvPr id="6" name="Slide Number Placeholder 5"/>
          <p:cNvSpPr>
            <a:spLocks noGrp="1"/>
          </p:cNvSpPr>
          <p:nvPr>
            <p:ph type="sldNum" sz="quarter" idx="11"/>
          </p:nvPr>
        </p:nvSpPr>
        <p:spPr/>
        <p:txBody>
          <a:bodyPr/>
          <a:lstStyle>
            <a:lvl1pPr>
              <a:defRPr/>
            </a:lvl1pPr>
          </a:lstStyle>
          <a:p>
            <a:pPr>
              <a:defRPr/>
            </a:pPr>
            <a:fld id="{C4DF44B3-5C12-4261-8707-EA5CEFF885DE}" type="slidenum">
              <a:rPr lang="en-US" altLang="en-US"/>
              <a:pPr>
                <a:defRPr/>
              </a:pPr>
              <a:t>‹#›</a:t>
            </a:fld>
            <a:endParaRPr lang="en-US" altLang="en-US"/>
          </a:p>
        </p:txBody>
      </p:sp>
    </p:spTree>
    <p:extLst>
      <p:ext uri="{BB962C8B-B14F-4D97-AF65-F5344CB8AC3E}">
        <p14:creationId xmlns:p14="http://schemas.microsoft.com/office/powerpoint/2010/main" val="3291978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cap="all"/>
            </a:lvl1pPr>
          </a:lstStyle>
          <a:p>
            <a:r>
              <a:rPr lang="en-US"/>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spc="100"/>
            </a:lvl1pPr>
            <a:lvl2pPr>
              <a:defRPr sz="2000" spc="100"/>
            </a:lvl2pPr>
            <a:lvl3pPr>
              <a:defRPr sz="1800" spc="100"/>
            </a:lvl3pPr>
            <a:lvl4pPr>
              <a:defRPr sz="1600" spc="100"/>
            </a:lvl4pPr>
            <a:lvl5pPr>
              <a:defRPr sz="1600" spc="1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spc="100"/>
            </a:lvl1pPr>
            <a:lvl2pPr>
              <a:defRPr sz="2000" spc="100"/>
            </a:lvl2pPr>
            <a:lvl3pPr>
              <a:defRPr sz="1800" spc="100"/>
            </a:lvl3pPr>
            <a:lvl4pPr>
              <a:defRPr sz="1600" spc="100"/>
            </a:lvl4pPr>
            <a:lvl5pPr>
              <a:defRPr sz="1600" spc="1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p:cNvSpPr>
            <a:spLocks noGrp="1"/>
          </p:cNvSpPr>
          <p:nvPr>
            <p:ph type="ftr" sz="quarter" idx="10"/>
          </p:nvPr>
        </p:nvSpPr>
        <p:spPr/>
        <p:txBody>
          <a:bodyPr/>
          <a:lstStyle>
            <a:lvl1pPr>
              <a:defRPr/>
            </a:lvl1pPr>
          </a:lstStyle>
          <a:p>
            <a:pPr>
              <a:defRPr/>
            </a:pPr>
            <a:endParaRPr lang="en-US"/>
          </a:p>
        </p:txBody>
      </p:sp>
      <p:sp>
        <p:nvSpPr>
          <p:cNvPr id="8" name="Slide Number Placeholder 5"/>
          <p:cNvSpPr>
            <a:spLocks noGrp="1"/>
          </p:cNvSpPr>
          <p:nvPr>
            <p:ph type="sldNum" sz="quarter" idx="11"/>
          </p:nvPr>
        </p:nvSpPr>
        <p:spPr/>
        <p:txBody>
          <a:bodyPr/>
          <a:lstStyle>
            <a:lvl1pPr>
              <a:defRPr/>
            </a:lvl1pPr>
          </a:lstStyle>
          <a:p>
            <a:pPr>
              <a:defRPr/>
            </a:pPr>
            <a:fld id="{3D317CAD-5021-434C-93A0-333214F035DC}" type="slidenum">
              <a:rPr lang="en-US" altLang="en-US"/>
              <a:pPr>
                <a:defRPr/>
              </a:pPr>
              <a:t>‹#›</a:t>
            </a:fld>
            <a:endParaRPr lang="en-US" altLang="en-US"/>
          </a:p>
        </p:txBody>
      </p:sp>
    </p:spTree>
    <p:extLst>
      <p:ext uri="{BB962C8B-B14F-4D97-AF65-F5344CB8AC3E}">
        <p14:creationId xmlns:p14="http://schemas.microsoft.com/office/powerpoint/2010/main" val="2241973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6" descr="University of Waterloo"/>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7718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p:cNvSpPr>
            <a:spLocks noGrp="1"/>
          </p:cNvSpPr>
          <p:nvPr>
            <p:ph idx="1"/>
          </p:nvPr>
        </p:nvSpPr>
        <p:spPr>
          <a:xfrm>
            <a:off x="0" y="8823"/>
            <a:ext cx="12204192" cy="5851703"/>
          </a:xfrm>
        </p:spPr>
        <p:txBody>
          <a:bodyPr/>
          <a:lstStyle>
            <a:lvl1pPr marL="457200" indent="-457200">
              <a:buFontTx/>
              <a:buChar char="-"/>
              <a:defRPr baseline="0"/>
            </a:lvl1pPr>
          </a:lstStyle>
          <a:p>
            <a:pPr lvl="0"/>
            <a:r>
              <a:rPr lang="en-US"/>
              <a:t>Click to edit Master text styles</a:t>
            </a:r>
          </a:p>
        </p:txBody>
      </p:sp>
      <p:sp>
        <p:nvSpPr>
          <p:cNvPr id="4" name="Footer Placeholder 2"/>
          <p:cNvSpPr>
            <a:spLocks noGrp="1"/>
          </p:cNvSpPr>
          <p:nvPr>
            <p:ph type="ftr" sz="quarter" idx="10"/>
          </p:nvPr>
        </p:nvSpPr>
        <p:spPr/>
        <p:txBody>
          <a:bodyPr/>
          <a:lstStyle>
            <a:lvl1pPr>
              <a:defRPr/>
            </a:lvl1pPr>
          </a:lstStyle>
          <a:p>
            <a:pPr>
              <a:defRPr/>
            </a:pPr>
            <a:endParaRPr lang="en-US"/>
          </a:p>
        </p:txBody>
      </p:sp>
      <p:sp>
        <p:nvSpPr>
          <p:cNvPr id="6" name="Slide Number Placeholder 3"/>
          <p:cNvSpPr>
            <a:spLocks noGrp="1"/>
          </p:cNvSpPr>
          <p:nvPr>
            <p:ph type="sldNum" sz="quarter" idx="11"/>
          </p:nvPr>
        </p:nvSpPr>
        <p:spPr/>
        <p:txBody>
          <a:bodyPr/>
          <a:lstStyle>
            <a:lvl1pPr>
              <a:defRPr/>
            </a:lvl1pPr>
          </a:lstStyle>
          <a:p>
            <a:pPr>
              <a:defRPr/>
            </a:pPr>
            <a:fld id="{D4EA5085-405D-4B6B-A2A4-8444B6AAE7A9}" type="slidenum">
              <a:rPr lang="en-US" altLang="en-US"/>
              <a:pPr>
                <a:defRPr/>
              </a:pPr>
              <a:t>‹#›</a:t>
            </a:fld>
            <a:endParaRPr lang="en-US" altLang="en-US"/>
          </a:p>
        </p:txBody>
      </p:sp>
    </p:spTree>
    <p:extLst>
      <p:ext uri="{BB962C8B-B14F-4D97-AF65-F5344CB8AC3E}">
        <p14:creationId xmlns:p14="http://schemas.microsoft.com/office/powerpoint/2010/main" val="2343194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040493"/>
          </a:xfrm>
        </p:spPr>
        <p:txBody>
          <a:bodyPr anchor="t"/>
          <a:lstStyle>
            <a:lvl1pPr algn="l">
              <a:defRPr sz="2000" b="1" cap="all"/>
            </a:lvl1pPr>
          </a:lstStyle>
          <a:p>
            <a:r>
              <a:rPr lang="en-US"/>
              <a:t>Click to edit Master title style</a:t>
            </a:r>
            <a:endParaRPr lang="en-US" dirty="0"/>
          </a:p>
        </p:txBody>
      </p:sp>
      <p:sp>
        <p:nvSpPr>
          <p:cNvPr id="3" name="Content Placeholder 2"/>
          <p:cNvSpPr>
            <a:spLocks noGrp="1"/>
          </p:cNvSpPr>
          <p:nvPr>
            <p:ph idx="1"/>
          </p:nvPr>
        </p:nvSpPr>
        <p:spPr>
          <a:xfrm>
            <a:off x="4766733" y="273051"/>
            <a:ext cx="6815667" cy="5343979"/>
          </a:xfrm>
        </p:spPr>
        <p:txBody>
          <a:bodyPr/>
          <a:lstStyle>
            <a:lvl1pPr marL="0" indent="0">
              <a:buNone/>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p:txBody>
      </p:sp>
      <p:sp>
        <p:nvSpPr>
          <p:cNvPr id="4" name="Text Placeholder 3"/>
          <p:cNvSpPr>
            <a:spLocks noGrp="1"/>
          </p:cNvSpPr>
          <p:nvPr>
            <p:ph type="body" sz="half" idx="2"/>
          </p:nvPr>
        </p:nvSpPr>
        <p:spPr>
          <a:xfrm>
            <a:off x="609601" y="1386115"/>
            <a:ext cx="4011084" cy="42309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pPr>
              <a:defRPr/>
            </a:pPr>
            <a:endParaRPr lang="en-US"/>
          </a:p>
        </p:txBody>
      </p:sp>
      <p:sp>
        <p:nvSpPr>
          <p:cNvPr id="6" name="Slide Number Placeholder 5"/>
          <p:cNvSpPr>
            <a:spLocks noGrp="1"/>
          </p:cNvSpPr>
          <p:nvPr>
            <p:ph type="sldNum" sz="quarter" idx="11"/>
          </p:nvPr>
        </p:nvSpPr>
        <p:spPr/>
        <p:txBody>
          <a:bodyPr/>
          <a:lstStyle>
            <a:lvl1pPr>
              <a:defRPr/>
            </a:lvl1pPr>
          </a:lstStyle>
          <a:p>
            <a:pPr>
              <a:defRPr/>
            </a:pPr>
            <a:fld id="{466F9C27-89D2-4955-B8C6-F7EDCF220B51}" type="slidenum">
              <a:rPr lang="en-US" altLang="en-US"/>
              <a:pPr>
                <a:defRPr/>
              </a:pPr>
              <a:t>‹#›</a:t>
            </a:fld>
            <a:endParaRPr lang="en-US" altLang="en-US"/>
          </a:p>
        </p:txBody>
      </p:sp>
    </p:spTree>
    <p:extLst>
      <p:ext uri="{BB962C8B-B14F-4D97-AF65-F5344CB8AC3E}">
        <p14:creationId xmlns:p14="http://schemas.microsoft.com/office/powerpoint/2010/main" val="4101430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Slide Option 3">
    <p:spTree>
      <p:nvGrpSpPr>
        <p:cNvPr id="1" name=""/>
        <p:cNvGrpSpPr/>
        <p:nvPr/>
      </p:nvGrpSpPr>
      <p:grpSpPr>
        <a:xfrm>
          <a:off x="0" y="0"/>
          <a:ext cx="0" cy="0"/>
          <a:chOff x="0" y="0"/>
          <a:chExt cx="0" cy="0"/>
        </a:xfrm>
      </p:grpSpPr>
      <p:sp>
        <p:nvSpPr>
          <p:cNvPr id="9" name="Rectangle 8"/>
          <p:cNvSpPr>
            <a:spLocks noChangeArrowheads="1"/>
          </p:cNvSpPr>
          <p:nvPr/>
        </p:nvSpPr>
        <p:spPr bwMode="auto">
          <a:xfrm>
            <a:off x="1" y="0"/>
            <a:ext cx="12323233" cy="6958013"/>
          </a:xfrm>
          <a:prstGeom prst="rect">
            <a:avLst/>
          </a:prstGeom>
          <a:solidFill>
            <a:schemeClr val="accent5"/>
          </a:solidFill>
          <a:ln w="9525">
            <a:solidFill>
              <a:schemeClr val="tx1"/>
            </a:solidFill>
            <a:round/>
            <a:headEnd/>
            <a:tailEnd/>
          </a:ln>
        </p:spPr>
        <p:txBody>
          <a:bodyPr/>
          <a:lstStyle/>
          <a:p>
            <a:pPr defTabSz="914400" fontAlgn="auto">
              <a:spcBef>
                <a:spcPts val="0"/>
              </a:spcBef>
              <a:spcAft>
                <a:spcPts val="0"/>
              </a:spcAft>
              <a:defRPr/>
            </a:pPr>
            <a:endParaRPr lang="en-US" sz="2400">
              <a:solidFill>
                <a:srgbClr val="999999"/>
              </a:solidFill>
              <a:latin typeface="Arial" charset="0"/>
              <a:ea typeface="+mn-ea"/>
            </a:endParaRPr>
          </a:p>
        </p:txBody>
      </p:sp>
      <p:sp>
        <p:nvSpPr>
          <p:cNvPr id="3074" name="Rectangle 2"/>
          <p:cNvSpPr>
            <a:spLocks noGrp="1" noChangeArrowheads="1"/>
          </p:cNvSpPr>
          <p:nvPr>
            <p:ph type="ctrTitle"/>
          </p:nvPr>
        </p:nvSpPr>
        <p:spPr>
          <a:xfrm>
            <a:off x="624381" y="5842254"/>
            <a:ext cx="5990336" cy="828548"/>
          </a:xfrm>
        </p:spPr>
        <p:txBody>
          <a:bodyPr/>
          <a:lstStyle>
            <a:lvl1pPr algn="l">
              <a:defRPr sz="1800">
                <a:solidFill>
                  <a:srgbClr val="FFFFFF"/>
                </a:solidFill>
                <a:effectLst/>
              </a:defRPr>
            </a:lvl1pPr>
          </a:lstStyle>
          <a:p>
            <a:r>
              <a:rPr lang="en-US"/>
              <a:t>Click to edit Master title style</a:t>
            </a:r>
            <a:endParaRPr lang="en-US" dirty="0"/>
          </a:p>
        </p:txBody>
      </p:sp>
      <p:sp>
        <p:nvSpPr>
          <p:cNvPr id="25" name="Picture Placeholder 2"/>
          <p:cNvSpPr>
            <a:spLocks noGrp="1"/>
          </p:cNvSpPr>
          <p:nvPr>
            <p:ph type="pic" sz="quarter" idx="10"/>
          </p:nvPr>
        </p:nvSpPr>
        <p:spPr>
          <a:xfrm>
            <a:off x="429684" y="324672"/>
            <a:ext cx="4148667" cy="4224528"/>
          </a:xfrm>
        </p:spPr>
        <p:txBody>
          <a:bodyPr/>
          <a:lstStyle/>
          <a:p>
            <a:pPr lvl="0"/>
            <a:r>
              <a:rPr lang="en-US" noProof="0"/>
              <a:t>Click icon to add picture</a:t>
            </a:r>
            <a:endParaRPr lang="en-US" noProof="0" dirty="0"/>
          </a:p>
        </p:txBody>
      </p:sp>
      <p:sp>
        <p:nvSpPr>
          <p:cNvPr id="26" name="Picture Placeholder 4"/>
          <p:cNvSpPr>
            <a:spLocks noGrp="1"/>
          </p:cNvSpPr>
          <p:nvPr>
            <p:ph type="pic" sz="quarter" idx="11"/>
          </p:nvPr>
        </p:nvSpPr>
        <p:spPr>
          <a:xfrm>
            <a:off x="4669367" y="324674"/>
            <a:ext cx="3615267" cy="2068513"/>
          </a:xfrm>
        </p:spPr>
        <p:txBody>
          <a:bodyPr/>
          <a:lstStyle/>
          <a:p>
            <a:pPr lvl="0"/>
            <a:r>
              <a:rPr lang="en-US" noProof="0"/>
              <a:t>Click icon to add picture</a:t>
            </a:r>
            <a:endParaRPr lang="en-US" noProof="0" dirty="0"/>
          </a:p>
        </p:txBody>
      </p:sp>
      <p:sp>
        <p:nvSpPr>
          <p:cNvPr id="27" name="Picture Placeholder 6"/>
          <p:cNvSpPr>
            <a:spLocks noGrp="1"/>
          </p:cNvSpPr>
          <p:nvPr>
            <p:ph type="pic" sz="quarter" idx="12"/>
          </p:nvPr>
        </p:nvSpPr>
        <p:spPr>
          <a:xfrm>
            <a:off x="8386234" y="324671"/>
            <a:ext cx="3500967" cy="6346131"/>
          </a:xfrm>
        </p:spPr>
        <p:txBody>
          <a:bodyPr/>
          <a:lstStyle/>
          <a:p>
            <a:pPr lvl="0"/>
            <a:r>
              <a:rPr lang="en-US" noProof="0"/>
              <a:t>Click icon to add picture</a:t>
            </a:r>
            <a:endParaRPr lang="en-US" noProof="0" dirty="0"/>
          </a:p>
        </p:txBody>
      </p:sp>
      <p:sp>
        <p:nvSpPr>
          <p:cNvPr id="28" name="Picture Placeholder 8"/>
          <p:cNvSpPr>
            <a:spLocks noGrp="1"/>
          </p:cNvSpPr>
          <p:nvPr>
            <p:ph type="pic" sz="quarter" idx="13"/>
          </p:nvPr>
        </p:nvSpPr>
        <p:spPr>
          <a:xfrm>
            <a:off x="6614718" y="2450337"/>
            <a:ext cx="1669916" cy="4220465"/>
          </a:xfrm>
        </p:spPr>
        <p:txBody>
          <a:bodyPr/>
          <a:lstStyle/>
          <a:p>
            <a:pPr lvl="0"/>
            <a:r>
              <a:rPr lang="en-US" noProof="0"/>
              <a:t>Click icon to add picture</a:t>
            </a:r>
            <a:endParaRPr lang="en-US" noProof="0" dirty="0"/>
          </a:p>
        </p:txBody>
      </p:sp>
      <p:sp>
        <p:nvSpPr>
          <p:cNvPr id="29" name="Picture Placeholder 10"/>
          <p:cNvSpPr>
            <a:spLocks noGrp="1"/>
          </p:cNvSpPr>
          <p:nvPr>
            <p:ph type="pic" sz="quarter" idx="14"/>
          </p:nvPr>
        </p:nvSpPr>
        <p:spPr>
          <a:xfrm>
            <a:off x="4669367" y="2450337"/>
            <a:ext cx="1847851" cy="4220465"/>
          </a:xfrm>
        </p:spPr>
        <p:txBody>
          <a:bodyPr/>
          <a:lstStyle/>
          <a:p>
            <a:pPr lvl="0"/>
            <a:r>
              <a:rPr lang="en-US" noProof="0"/>
              <a:t>Click icon to add picture</a:t>
            </a:r>
            <a:endParaRPr lang="en-US" noProof="0" dirty="0"/>
          </a:p>
        </p:txBody>
      </p:sp>
      <p:sp>
        <p:nvSpPr>
          <p:cNvPr id="30" name="Picture Placeholder 12"/>
          <p:cNvSpPr>
            <a:spLocks noGrp="1"/>
          </p:cNvSpPr>
          <p:nvPr>
            <p:ph type="pic" sz="quarter" idx="15"/>
          </p:nvPr>
        </p:nvSpPr>
        <p:spPr>
          <a:xfrm>
            <a:off x="429684" y="4604039"/>
            <a:ext cx="4148667" cy="2071687"/>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312385588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6094125"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1" y="1028942"/>
            <a:ext cx="5486243" cy="1474115"/>
          </a:xfrm>
        </p:spPr>
        <p:txBody>
          <a:bodyPr lIns="0" anchor="b">
            <a:noAutofit/>
          </a:bodyPr>
          <a:lstStyle>
            <a:lvl1pPr algn="l">
              <a:defRPr sz="4050" b="1" cap="all" baseline="0">
                <a:solidFill>
                  <a:schemeClr val="bg1"/>
                </a:solidFill>
                <a:latin typeface="+mj-lt"/>
              </a:defRPr>
            </a:lvl1pPr>
          </a:lstStyle>
          <a:p>
            <a:r>
              <a:rPr lang="en-US"/>
              <a:t>CLICK TO EDIT MASTER TITLE SLIDE</a:t>
            </a:r>
          </a:p>
        </p:txBody>
      </p:sp>
      <p:sp>
        <p:nvSpPr>
          <p:cNvPr id="3" name="Subtitle 2"/>
          <p:cNvSpPr>
            <a:spLocks noGrp="1"/>
          </p:cNvSpPr>
          <p:nvPr>
            <p:ph type="subTitle" idx="1"/>
          </p:nvPr>
        </p:nvSpPr>
        <p:spPr>
          <a:xfrm>
            <a:off x="452741" y="4266823"/>
            <a:ext cx="5486243" cy="666549"/>
          </a:xfrm>
        </p:spPr>
        <p:txBody>
          <a:bodyPr lIns="0" anchor="t">
            <a:normAutofit/>
          </a:bodyPr>
          <a:lstStyle>
            <a:lvl1pPr marL="0" indent="0" algn="l">
              <a:buNone/>
              <a:defRPr sz="1125" b="0" baseline="0">
                <a:solidFill>
                  <a:schemeClr val="bg1">
                    <a:lumMod val="8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7" name="Date Placeholder 6"/>
          <p:cNvSpPr>
            <a:spLocks noGrp="1"/>
          </p:cNvSpPr>
          <p:nvPr>
            <p:ph type="dt" sz="half" idx="10"/>
          </p:nvPr>
        </p:nvSpPr>
        <p:spPr>
          <a:xfrm>
            <a:off x="452741" y="2642329"/>
            <a:ext cx="1182916" cy="377962"/>
          </a:xfrm>
          <a:solidFill>
            <a:schemeClr val="accent1"/>
          </a:solidFill>
        </p:spPr>
        <p:txBody>
          <a:bodyPr/>
          <a:lstStyle>
            <a:lvl1pPr>
              <a:defRPr sz="825">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8976EF44-0EFF-4B16-A949-D6209425C167}" type="datetime1">
              <a:rPr lang="en-US" smtClean="0"/>
              <a:t>5/9/2026</a:t>
            </a:fld>
            <a:endParaRPr lang="en-US"/>
          </a:p>
        </p:txBody>
      </p:sp>
      <p:sp>
        <p:nvSpPr>
          <p:cNvPr id="8" name="Footer Placeholder 7"/>
          <p:cNvSpPr>
            <a:spLocks noGrp="1"/>
          </p:cNvSpPr>
          <p:nvPr>
            <p:ph type="ftr" sz="quarter" idx="11"/>
          </p:nvPr>
        </p:nvSpPr>
        <p:spPr>
          <a:xfrm>
            <a:off x="6623675" y="6377233"/>
            <a:ext cx="4293708" cy="250337"/>
          </a:xfrm>
        </p:spPr>
        <p:txBody>
          <a:bodyPr/>
          <a:lstStyle>
            <a:lvl1pPr algn="ctr">
              <a:defRPr>
                <a:solidFill>
                  <a:schemeClr val="bg1">
                    <a:lumMod val="85000"/>
                  </a:schemeClr>
                </a:solidFill>
              </a:defRPr>
            </a:lvl1pPr>
          </a:lstStyle>
          <a:p>
            <a:r>
              <a:rPr lang="en-US"/>
              <a:t>LMS Review Kick-Off June 2022</a:t>
            </a:r>
          </a:p>
        </p:txBody>
      </p:sp>
      <p:sp>
        <p:nvSpPr>
          <p:cNvPr id="9" name="Slide Number Placeholder 8"/>
          <p:cNvSpPr>
            <a:spLocks noGrp="1"/>
          </p:cNvSpPr>
          <p:nvPr>
            <p:ph type="sldNum" sz="quarter" idx="12"/>
          </p:nvPr>
        </p:nvSpPr>
        <p:spPr>
          <a:xfrm>
            <a:off x="11148417" y="6377233"/>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a:p>
        </p:txBody>
      </p:sp>
      <p:pic>
        <p:nvPicPr>
          <p:cNvPr id="16" name="Picture 15"/>
          <p:cNvPicPr>
            <a:picLocks noChangeAspect="1"/>
          </p:cNvPicPr>
          <p:nvPr userDrawn="1"/>
        </p:nvPicPr>
        <p:blipFill>
          <a:blip r:embed="rId2">
            <a:clrChange>
              <a:clrFrom>
                <a:srgbClr val="000000"/>
              </a:clrFrom>
              <a:clrTo>
                <a:srgbClr val="000000">
                  <a:alpha val="0"/>
                </a:srgbClr>
              </a:clrTo>
            </a:clrChange>
          </a:blip>
          <a:stretch>
            <a:fillRect/>
          </a:stretch>
        </p:blipFill>
        <p:spPr>
          <a:xfrm>
            <a:off x="434268" y="5680661"/>
            <a:ext cx="2770751" cy="717639"/>
          </a:xfrm>
          <a:prstGeom prst="rect">
            <a:avLst/>
          </a:prstGeom>
        </p:spPr>
      </p:pic>
      <p:grpSp>
        <p:nvGrpSpPr>
          <p:cNvPr id="15" name="Group 14"/>
          <p:cNvGrpSpPr/>
          <p:nvPr userDrawn="1"/>
        </p:nvGrpSpPr>
        <p:grpSpPr>
          <a:xfrm>
            <a:off x="0" y="0"/>
            <a:ext cx="12192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47689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stretch>
            <a:fillRect/>
          </a:stretch>
        </p:blipFill>
        <p:spPr>
          <a:xfrm>
            <a:off x="434268" y="5670949"/>
            <a:ext cx="2831372" cy="724754"/>
          </a:xfrm>
          <a:prstGeom prst="rect">
            <a:avLst/>
          </a:prstGeom>
        </p:spPr>
      </p:pic>
      <p:sp>
        <p:nvSpPr>
          <p:cNvPr id="2" name="Title 1"/>
          <p:cNvSpPr>
            <a:spLocks noGrp="1"/>
          </p:cNvSpPr>
          <p:nvPr>
            <p:ph type="ctrTitle" hasCustomPrompt="1"/>
          </p:nvPr>
        </p:nvSpPr>
        <p:spPr>
          <a:xfrm>
            <a:off x="452740" y="1028940"/>
            <a:ext cx="9719960" cy="1474115"/>
          </a:xfrm>
        </p:spPr>
        <p:txBody>
          <a:bodyPr lIns="0" anchor="b">
            <a:noAutofit/>
          </a:bodyPr>
          <a:lstStyle>
            <a:lvl1pPr algn="l">
              <a:defRPr sz="5400" b="1">
                <a:solidFill>
                  <a:schemeClr val="tx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BAA8879D-E634-40D4-9E34-FC210E57321E}" type="datetime1">
              <a:rPr lang="en-US" smtClean="0"/>
              <a:t>5/9/2026</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a:t>LMS Review Kick-Off June 2022</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a:p>
        </p:txBody>
      </p:sp>
      <p:grpSp>
        <p:nvGrpSpPr>
          <p:cNvPr id="16" name="Group 15"/>
          <p:cNvGrpSpPr/>
          <p:nvPr userDrawn="1"/>
        </p:nvGrpSpPr>
        <p:grpSpPr>
          <a:xfrm>
            <a:off x="0" y="0"/>
            <a:ext cx="12192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9544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6094124"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a:solidFill>
                  <a:schemeClr val="tx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14A0519F-DB03-498B-BC91-8223E9297FD2}" type="datetime1">
              <a:rPr lang="en-US" smtClean="0"/>
              <a:t>5/9/2026</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a:t>LMS Review Kick-Off June 2022</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a:p>
        </p:txBody>
      </p:sp>
      <p:pic>
        <p:nvPicPr>
          <p:cNvPr id="15" name="Picture 14"/>
          <p:cNvPicPr>
            <a:picLocks noChangeAspect="1"/>
          </p:cNvPicPr>
          <p:nvPr userDrawn="1"/>
        </p:nvPicPr>
        <p:blipFill>
          <a:blip r:embed="rId2"/>
          <a:stretch>
            <a:fillRect/>
          </a:stretch>
        </p:blipFill>
        <p:spPr>
          <a:xfrm>
            <a:off x="434268" y="5670949"/>
            <a:ext cx="2831372" cy="724754"/>
          </a:xfrm>
          <a:prstGeom prst="rect">
            <a:avLst/>
          </a:prstGeom>
        </p:spPr>
      </p:pic>
      <p:grpSp>
        <p:nvGrpSpPr>
          <p:cNvPr id="16" name="Group 15"/>
          <p:cNvGrpSpPr/>
          <p:nvPr userDrawn="1"/>
        </p:nvGrpSpPr>
        <p:grpSpPr>
          <a:xfrm>
            <a:off x="0" y="0"/>
            <a:ext cx="12192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4214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clrChange>
              <a:clrFrom>
                <a:srgbClr val="000000"/>
              </a:clrFrom>
              <a:clrTo>
                <a:srgbClr val="000000">
                  <a:alpha val="0"/>
                </a:srgbClr>
              </a:clrTo>
            </a:clrChange>
          </a:blip>
          <a:stretch>
            <a:fillRect/>
          </a:stretch>
        </p:blipFill>
        <p:spPr>
          <a:xfrm>
            <a:off x="434267" y="5680659"/>
            <a:ext cx="2770751" cy="717639"/>
          </a:xfrm>
          <a:prstGeom prst="rect">
            <a:avLst/>
          </a:prstGeom>
        </p:spPr>
      </p:pic>
      <p:sp>
        <p:nvSpPr>
          <p:cNvPr id="2" name="Title 1"/>
          <p:cNvSpPr>
            <a:spLocks noGrp="1"/>
          </p:cNvSpPr>
          <p:nvPr>
            <p:ph type="ctrTitle" hasCustomPrompt="1"/>
          </p:nvPr>
        </p:nvSpPr>
        <p:spPr>
          <a:xfrm>
            <a:off x="452740" y="1028940"/>
            <a:ext cx="9516760" cy="1474115"/>
          </a:xfrm>
        </p:spPr>
        <p:txBody>
          <a:bodyPr lIns="0" anchor="b">
            <a:noAutofit/>
          </a:bodyPr>
          <a:lstStyle>
            <a:lvl1pPr algn="l">
              <a:defRPr sz="5400" b="1" cap="all" baseline="0">
                <a:solidFill>
                  <a:schemeClr val="bg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baseline="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343E6F27-0D33-40CE-A588-B5D72A1B5E56}" type="datetime1">
              <a:rPr lang="en-US" smtClean="0"/>
              <a:t>5/9/2026</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a:t>LMS Review Kick-Off June 2022</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a:p>
        </p:txBody>
      </p:sp>
      <p:grpSp>
        <p:nvGrpSpPr>
          <p:cNvPr id="17" name="Group 16"/>
          <p:cNvGrpSpPr/>
          <p:nvPr userDrawn="1"/>
        </p:nvGrpSpPr>
        <p:grpSpPr>
          <a:xfrm>
            <a:off x="0" y="0"/>
            <a:ext cx="12192000" cy="397164"/>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85701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6094124"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cap="all" baseline="0">
                <a:solidFill>
                  <a:schemeClr val="bg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baseline="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8976EF44-0EFF-4B16-A949-D6209425C167}" type="datetime1">
              <a:rPr lang="en-US" smtClean="0"/>
              <a:t>5/9/2026</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a:t>LMS Review Kick-Off June 2022</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a:p>
        </p:txBody>
      </p:sp>
      <p:pic>
        <p:nvPicPr>
          <p:cNvPr id="16" name="Picture 15"/>
          <p:cNvPicPr>
            <a:picLocks noChangeAspect="1"/>
          </p:cNvPicPr>
          <p:nvPr userDrawn="1"/>
        </p:nvPicPr>
        <p:blipFill>
          <a:blip r:embed="rId2">
            <a:clrChange>
              <a:clrFrom>
                <a:srgbClr val="000000"/>
              </a:clrFrom>
              <a:clrTo>
                <a:srgbClr val="000000">
                  <a:alpha val="0"/>
                </a:srgbClr>
              </a:clrTo>
            </a:clrChange>
          </a:blip>
          <a:stretch>
            <a:fillRect/>
          </a:stretch>
        </p:blipFill>
        <p:spPr>
          <a:xfrm>
            <a:off x="434267" y="5680659"/>
            <a:ext cx="2770751" cy="717639"/>
          </a:xfrm>
          <a:prstGeom prst="rect">
            <a:avLst/>
          </a:prstGeom>
        </p:spPr>
      </p:pic>
      <p:grpSp>
        <p:nvGrpSpPr>
          <p:cNvPr id="15" name="Group 14"/>
          <p:cNvGrpSpPr/>
          <p:nvPr userDrawn="1"/>
        </p:nvGrpSpPr>
        <p:grpSpPr>
          <a:xfrm>
            <a:off x="0" y="0"/>
            <a:ext cx="12192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40316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0D53025-7770-43F2-84F4-34025B8C6612}" type="datetime1">
              <a:rPr lang="en-US" smtClean="0"/>
              <a:t>5/9/2026</a:t>
            </a:fld>
            <a:endParaRPr lang="en-US"/>
          </a:p>
        </p:txBody>
      </p:sp>
      <p:sp>
        <p:nvSpPr>
          <p:cNvPr id="8" name="Footer Placeholder 7"/>
          <p:cNvSpPr>
            <a:spLocks noGrp="1"/>
          </p:cNvSpPr>
          <p:nvPr>
            <p:ph type="ftr" sz="quarter" idx="11"/>
          </p:nvPr>
        </p:nvSpPr>
        <p:spPr/>
        <p:txBody>
          <a:bodyPr/>
          <a:lstStyle/>
          <a:p>
            <a:r>
              <a:rPr lang="en-US"/>
              <a:t>LMS Review Kick-Off 2022</a:t>
            </a:r>
          </a:p>
        </p:txBody>
      </p:sp>
      <p:sp>
        <p:nvSpPr>
          <p:cNvPr id="9" name="Slide Number Placeholder 8"/>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405163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7407696"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1</a:t>
            </a:r>
          </a:p>
        </p:txBody>
      </p:sp>
      <p:sp>
        <p:nvSpPr>
          <p:cNvPr id="9" name="Text Placeholder 7"/>
          <p:cNvSpPr>
            <a:spLocks noGrp="1"/>
          </p:cNvSpPr>
          <p:nvPr>
            <p:ph type="body" sz="quarter" idx="14" hasCustomPrompt="1"/>
          </p:nvPr>
        </p:nvSpPr>
        <p:spPr>
          <a:xfrm>
            <a:off x="8908224"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2</a:t>
            </a:r>
          </a:p>
        </p:txBody>
      </p:sp>
      <p:sp>
        <p:nvSpPr>
          <p:cNvPr id="10" name="Text Placeholder 7"/>
          <p:cNvSpPr>
            <a:spLocks noGrp="1"/>
          </p:cNvSpPr>
          <p:nvPr>
            <p:ph type="body" sz="quarter" idx="15" hasCustomPrompt="1"/>
          </p:nvPr>
        </p:nvSpPr>
        <p:spPr>
          <a:xfrm>
            <a:off x="10408752" y="685060"/>
            <a:ext cx="1420859" cy="286052"/>
          </a:xfrm>
        </p:spPr>
        <p:txBody>
          <a:bodyPr anchor="ctr">
            <a:noAutofit/>
          </a:bodyPr>
          <a:lstStyle>
            <a:lvl1pPr marL="0" indent="0" algn="ctr">
              <a:buNone/>
              <a:defRPr sz="11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3</a:t>
            </a:r>
          </a:p>
        </p:txBody>
      </p:sp>
      <p:sp>
        <p:nvSpPr>
          <p:cNvPr id="7" name="Date Placeholder 6"/>
          <p:cNvSpPr>
            <a:spLocks noGrp="1"/>
          </p:cNvSpPr>
          <p:nvPr>
            <p:ph type="dt" sz="half" idx="16"/>
          </p:nvPr>
        </p:nvSpPr>
        <p:spPr/>
        <p:txBody>
          <a:bodyPr/>
          <a:lstStyle/>
          <a:p>
            <a:fld id="{D4A75868-4D37-4BEF-96ED-12B91E03069C}" type="datetime1">
              <a:rPr lang="en-US" smtClean="0"/>
              <a:t>5/9/2026</a:t>
            </a:fld>
            <a:endParaRPr lang="en-US"/>
          </a:p>
        </p:txBody>
      </p:sp>
      <p:sp>
        <p:nvSpPr>
          <p:cNvPr id="11" name="Footer Placeholder 10"/>
          <p:cNvSpPr>
            <a:spLocks noGrp="1"/>
          </p:cNvSpPr>
          <p:nvPr>
            <p:ph type="ftr" sz="quarter" idx="17"/>
          </p:nvPr>
        </p:nvSpPr>
        <p:spPr/>
        <p:txBody>
          <a:bodyPr/>
          <a:lstStyle/>
          <a:p>
            <a:r>
              <a:rPr lang="en-US"/>
              <a:t>LMS Review Kick-Off June 2022</a:t>
            </a:r>
          </a:p>
        </p:txBody>
      </p:sp>
      <p:sp>
        <p:nvSpPr>
          <p:cNvPr id="12" name="Slide Number Placeholder 11"/>
          <p:cNvSpPr>
            <a:spLocks noGrp="1"/>
          </p:cNvSpPr>
          <p:nvPr>
            <p:ph type="sldNum" sz="quarter" idx="18"/>
          </p:nvPr>
        </p:nvSpPr>
        <p:spPr/>
        <p:txBody>
          <a:bodyPr/>
          <a:lstStyle/>
          <a:p>
            <a:r>
              <a:rPr lang="en-US"/>
              <a:t>PAGE  </a:t>
            </a:r>
            <a:fld id="{93005692-73BE-493E-93AB-ECD6027A7652}" type="slidenum">
              <a:rPr lang="en-US" smtClean="0"/>
              <a:pPr/>
              <a:t>‹#›</a:t>
            </a:fld>
            <a:endParaRPr lang="en-US"/>
          </a:p>
        </p:txBody>
      </p:sp>
      <p:sp>
        <p:nvSpPr>
          <p:cNvPr id="4" name="Title 3"/>
          <p:cNvSpPr>
            <a:spLocks noGrp="1"/>
          </p:cNvSpPr>
          <p:nvPr>
            <p:ph type="title"/>
          </p:nvPr>
        </p:nvSpPr>
        <p:spPr>
          <a:xfrm>
            <a:off x="259883" y="434108"/>
            <a:ext cx="7046081" cy="895927"/>
          </a:xfrm>
        </p:spPr>
        <p:txBody>
          <a:bodyPr/>
          <a:lstStyle>
            <a:lvl1pPr>
              <a:defRPr cap="all" baseline="0"/>
            </a:lvl1pPr>
          </a:lstStyle>
          <a:p>
            <a:r>
              <a:rPr lang="en-US"/>
              <a:t>Click to edit Master title style</a:t>
            </a:r>
          </a:p>
        </p:txBody>
      </p:sp>
    </p:spTree>
    <p:extLst>
      <p:ext uri="{BB962C8B-B14F-4D97-AF65-F5344CB8AC3E}">
        <p14:creationId xmlns:p14="http://schemas.microsoft.com/office/powerpoint/2010/main" val="1121621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2" y="1709738"/>
            <a:ext cx="9399507" cy="2852737"/>
          </a:xfrm>
        </p:spPr>
        <p:txBody>
          <a:bodyPr anchor="b">
            <a:normAutofit/>
          </a:bodyPr>
          <a:lstStyle>
            <a:lvl1pPr algn="l">
              <a:defRPr sz="4000" cap="all" baseline="0">
                <a:solidFill>
                  <a:schemeClr val="tx1"/>
                </a:solidFill>
              </a:defRPr>
            </a:lvl1pPr>
          </a:lstStyle>
          <a:p>
            <a:r>
              <a:rPr lang="en-US"/>
              <a:t>CLICK TO EDIT MASTER</a:t>
            </a:r>
            <a:br>
              <a:rPr lang="en-US"/>
            </a:br>
            <a:r>
              <a:rPr lang="en-US"/>
              <a:t>SECTION TITLE SLIDE</a:t>
            </a:r>
          </a:p>
        </p:txBody>
      </p:sp>
      <p:sp>
        <p:nvSpPr>
          <p:cNvPr id="3" name="Text Placeholder 2"/>
          <p:cNvSpPr>
            <a:spLocks noGrp="1"/>
          </p:cNvSpPr>
          <p:nvPr>
            <p:ph type="body" idx="1"/>
          </p:nvPr>
        </p:nvSpPr>
        <p:spPr>
          <a:xfrm>
            <a:off x="259882" y="4589463"/>
            <a:ext cx="9399507" cy="1500187"/>
          </a:xfrm>
        </p:spPr>
        <p:txBody>
          <a:bodyPr>
            <a:normAutofit/>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D85398F2-93F5-4321-B897-2F9F1F4952EA}" type="datetime1">
              <a:rPr lang="en-US" smtClean="0"/>
              <a:t>5/9/2026</a:t>
            </a:fld>
            <a:endParaRPr lang="en-US"/>
          </a:p>
        </p:txBody>
      </p:sp>
      <p:sp>
        <p:nvSpPr>
          <p:cNvPr id="8" name="Footer Placeholder 7"/>
          <p:cNvSpPr>
            <a:spLocks noGrp="1"/>
          </p:cNvSpPr>
          <p:nvPr>
            <p:ph type="ftr" sz="quarter" idx="11"/>
          </p:nvPr>
        </p:nvSpPr>
        <p:spPr/>
        <p:txBody>
          <a:bodyPr/>
          <a:lstStyle/>
          <a:p>
            <a:r>
              <a:rPr lang="en-US"/>
              <a:t>LMS Review Kick-Off June 2022</a:t>
            </a:r>
          </a:p>
        </p:txBody>
      </p:sp>
      <p:sp>
        <p:nvSpPr>
          <p:cNvPr id="9" name="Slide Number Placeholder 8"/>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3778670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60521" y="3227413"/>
            <a:ext cx="8770620" cy="1212056"/>
          </a:xfrm>
        </p:spPr>
        <p:txBody>
          <a:bodyPr anchor="b">
            <a:noAutofit/>
          </a:bodyPr>
          <a:lstStyle>
            <a:lvl1pPr algn="l">
              <a:defRPr sz="4000" cap="all" baseline="0">
                <a:solidFill>
                  <a:schemeClr val="tx1"/>
                </a:solidFill>
                <a:latin typeface="+mj-lt"/>
              </a:defRPr>
            </a:lvl1pPr>
          </a:lstStyle>
          <a:p>
            <a:r>
              <a:rPr lang="en-US"/>
              <a:t>CLICK TO EDIT MASTER</a:t>
            </a:r>
            <a:br>
              <a:rPr lang="en-US"/>
            </a:br>
            <a:r>
              <a:rPr lang="en-US"/>
              <a:t>SECTION TITLE SLIDE OPTION 2</a:t>
            </a:r>
          </a:p>
        </p:txBody>
      </p:sp>
      <p:sp>
        <p:nvSpPr>
          <p:cNvPr id="3" name="Subtitle 2"/>
          <p:cNvSpPr>
            <a:spLocks noGrp="1"/>
          </p:cNvSpPr>
          <p:nvPr>
            <p:ph type="subTitle" idx="1"/>
          </p:nvPr>
        </p:nvSpPr>
        <p:spPr bwMode="gray">
          <a:xfrm>
            <a:off x="960521" y="4447299"/>
            <a:ext cx="8770620" cy="666549"/>
          </a:xfrm>
        </p:spPr>
        <p:txBody>
          <a:bodyPr anchor="t">
            <a:normAutofit/>
          </a:bodyPr>
          <a:lstStyle>
            <a:lvl1pPr marL="0" indent="0" algn="l">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0751004" y="6335309"/>
            <a:ext cx="1181114" cy="250337"/>
          </a:xfrm>
        </p:spPr>
        <p:txBody>
          <a:bodyPr/>
          <a:lstStyle/>
          <a:p>
            <a:fld id="{7DAB5AAF-248F-4174-AC9B-9198003269EA}" type="datetime1">
              <a:rPr lang="en-US" smtClean="0"/>
              <a:t>5/9/2026</a:t>
            </a:fld>
            <a:endParaRPr lang="en-US"/>
          </a:p>
        </p:txBody>
      </p:sp>
      <p:sp>
        <p:nvSpPr>
          <p:cNvPr id="5" name="Footer Placeholder 4"/>
          <p:cNvSpPr>
            <a:spLocks noGrp="1"/>
          </p:cNvSpPr>
          <p:nvPr>
            <p:ph type="ftr" sz="quarter" idx="11"/>
          </p:nvPr>
        </p:nvSpPr>
        <p:spPr/>
        <p:txBody>
          <a:bodyPr/>
          <a:lstStyle/>
          <a:p>
            <a:r>
              <a:rPr lang="en-US"/>
              <a:t>LMS Review Kick-Off June 2022</a:t>
            </a:r>
          </a:p>
        </p:txBody>
      </p:sp>
      <p:sp>
        <p:nvSpPr>
          <p:cNvPr id="6" name="Slide Number Placeholder 5"/>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16" name="Group 15"/>
          <p:cNvGrpSpPr/>
          <p:nvPr userDrawn="1"/>
        </p:nvGrpSpPr>
        <p:grpSpPr>
          <a:xfrm>
            <a:off x="0" y="0"/>
            <a:ext cx="12192000" cy="397164"/>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10684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3" y="434108"/>
            <a:ext cx="11569729" cy="895927"/>
          </a:xfrm>
        </p:spPr>
        <p:txBody>
          <a:bodyPr/>
          <a:lstStyle/>
          <a:p>
            <a:r>
              <a:rPr lang="en-US"/>
              <a:t>CLICK TO EDIT MASTER TITLE STYLE</a:t>
            </a:r>
          </a:p>
        </p:txBody>
      </p:sp>
      <p:sp>
        <p:nvSpPr>
          <p:cNvPr id="3" name="Content Placeholder 2"/>
          <p:cNvSpPr>
            <a:spLocks noGrp="1"/>
          </p:cNvSpPr>
          <p:nvPr>
            <p:ph sz="half" idx="1"/>
          </p:nvPr>
        </p:nvSpPr>
        <p:spPr>
          <a:xfrm>
            <a:off x="259882" y="1413164"/>
            <a:ext cx="5586855"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0992" y="1413164"/>
            <a:ext cx="5658620"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39A8EA51-7492-4FF8-83BB-C4DC460742D9}" type="datetime1">
              <a:rPr lang="en-US" smtClean="0"/>
              <a:t>5/9/2026</a:t>
            </a:fld>
            <a:endParaRPr lang="en-US"/>
          </a:p>
        </p:txBody>
      </p:sp>
      <p:sp>
        <p:nvSpPr>
          <p:cNvPr id="9" name="Footer Placeholder 8"/>
          <p:cNvSpPr>
            <a:spLocks noGrp="1"/>
          </p:cNvSpPr>
          <p:nvPr>
            <p:ph type="ftr" sz="quarter" idx="11"/>
          </p:nvPr>
        </p:nvSpPr>
        <p:spPr/>
        <p:txBody>
          <a:bodyPr/>
          <a:lstStyle/>
          <a:p>
            <a:r>
              <a:rPr lang="en-US"/>
              <a:t>LMS Review Kick-Off June 2022</a:t>
            </a:r>
          </a:p>
        </p:txBody>
      </p:sp>
      <p:sp>
        <p:nvSpPr>
          <p:cNvPr id="10" name="Slide Number Placeholder 9"/>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3245143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9881" y="1396192"/>
            <a:ext cx="5542713" cy="670270"/>
          </a:xfrm>
        </p:spPr>
        <p:txBody>
          <a:bodyPr anchor="b">
            <a:noAutofit/>
          </a:bodyPr>
          <a:lstStyle>
            <a:lvl1pPr marL="0" indent="0">
              <a:buNone/>
              <a:defRPr sz="2800" b="1"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9881" y="2184400"/>
            <a:ext cx="5542713"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36154" y="1396192"/>
            <a:ext cx="5593458" cy="670270"/>
          </a:xfrm>
        </p:spPr>
        <p:txBody>
          <a:bodyPr anchor="b">
            <a:normAutofit/>
          </a:bodyPr>
          <a:lstStyle>
            <a:lvl1pPr marL="0" indent="0">
              <a:buNone/>
              <a:defRPr sz="28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6154" y="2184400"/>
            <a:ext cx="5593458"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p:cNvSpPr>
            <a:spLocks noGrp="1"/>
          </p:cNvSpPr>
          <p:nvPr>
            <p:ph type="title" hasCustomPrompt="1"/>
          </p:nvPr>
        </p:nvSpPr>
        <p:spPr>
          <a:xfrm>
            <a:off x="259883" y="434108"/>
            <a:ext cx="11569729" cy="895927"/>
          </a:xfrm>
        </p:spPr>
        <p:txBody>
          <a:bodyPr/>
          <a:lstStyle/>
          <a:p>
            <a:r>
              <a:rPr lang="en-US"/>
              <a:t>CLICK TO EDIT MASTER TITLE STYLE</a:t>
            </a:r>
          </a:p>
        </p:txBody>
      </p:sp>
      <p:sp>
        <p:nvSpPr>
          <p:cNvPr id="2" name="Date Placeholder 1"/>
          <p:cNvSpPr>
            <a:spLocks noGrp="1"/>
          </p:cNvSpPr>
          <p:nvPr>
            <p:ph type="dt" sz="half" idx="10"/>
          </p:nvPr>
        </p:nvSpPr>
        <p:spPr/>
        <p:txBody>
          <a:bodyPr/>
          <a:lstStyle/>
          <a:p>
            <a:fld id="{07E769E4-8EDB-42EA-B01E-2F257556C9CE}" type="datetime1">
              <a:rPr lang="en-US" smtClean="0"/>
              <a:t>5/9/2026</a:t>
            </a:fld>
            <a:endParaRPr lang="en-US"/>
          </a:p>
        </p:txBody>
      </p:sp>
      <p:sp>
        <p:nvSpPr>
          <p:cNvPr id="11" name="Footer Placeholder 10"/>
          <p:cNvSpPr>
            <a:spLocks noGrp="1"/>
          </p:cNvSpPr>
          <p:nvPr>
            <p:ph type="ftr" sz="quarter" idx="11"/>
          </p:nvPr>
        </p:nvSpPr>
        <p:spPr/>
        <p:txBody>
          <a:bodyPr/>
          <a:lstStyle/>
          <a:p>
            <a:r>
              <a:rPr lang="en-US"/>
              <a:t>LMS Review Kick-Off June 2022</a:t>
            </a:r>
          </a:p>
        </p:txBody>
      </p:sp>
      <p:sp>
        <p:nvSpPr>
          <p:cNvPr id="12" name="Slide Number Placeholder 11"/>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3749731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fld id="{8A5010E7-DDFD-484E-8933-3BA226500ADC}" type="datetime1">
              <a:rPr lang="en-US" smtClean="0"/>
              <a:t>5/9/2026</a:t>
            </a:fld>
            <a:endParaRPr lang="en-US"/>
          </a:p>
        </p:txBody>
      </p:sp>
      <p:sp>
        <p:nvSpPr>
          <p:cNvPr id="7" name="Footer Placeholder 6"/>
          <p:cNvSpPr>
            <a:spLocks noGrp="1"/>
          </p:cNvSpPr>
          <p:nvPr>
            <p:ph type="ftr" sz="quarter" idx="11"/>
          </p:nvPr>
        </p:nvSpPr>
        <p:spPr/>
        <p:txBody>
          <a:bodyPr/>
          <a:lstStyle/>
          <a:p>
            <a:r>
              <a:rPr lang="en-US"/>
              <a:t>LMS Review Kick-Off June 2022</a:t>
            </a:r>
          </a:p>
        </p:txBody>
      </p:sp>
      <p:sp>
        <p:nvSpPr>
          <p:cNvPr id="8" name="Slide Number Placeholder 7"/>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62591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EFD1827D-9ED7-4E74-9893-29559790448F}" type="datetime1">
              <a:rPr lang="en-US" smtClean="0"/>
              <a:t>5/9/2026</a:t>
            </a:fld>
            <a:endParaRPr lang="en-US"/>
          </a:p>
        </p:txBody>
      </p:sp>
      <p:sp>
        <p:nvSpPr>
          <p:cNvPr id="6" name="Footer Placeholder 5"/>
          <p:cNvSpPr>
            <a:spLocks noGrp="1"/>
          </p:cNvSpPr>
          <p:nvPr>
            <p:ph type="ftr" sz="quarter" idx="11"/>
          </p:nvPr>
        </p:nvSpPr>
        <p:spPr/>
        <p:txBody>
          <a:bodyPr/>
          <a:lstStyle/>
          <a:p>
            <a:r>
              <a:rPr lang="en-US"/>
              <a:t>LMS Review Kick-Off June 2022</a:t>
            </a:r>
          </a:p>
        </p:txBody>
      </p:sp>
      <p:sp>
        <p:nvSpPr>
          <p:cNvPr id="7" name="Slide Number Placeholder 6"/>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1396115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10751004" y="6335309"/>
            <a:ext cx="1181114" cy="250337"/>
          </a:xfrm>
        </p:spPr>
        <p:txBody>
          <a:bodyPr/>
          <a:lstStyle/>
          <a:p>
            <a:fld id="{DA7184E5-0228-44B3-9DA6-8C6C8767BB89}" type="datetime1">
              <a:rPr lang="en-US" smtClean="0"/>
              <a:t>5/9/2026</a:t>
            </a:fld>
            <a:endParaRPr lang="en-US"/>
          </a:p>
        </p:txBody>
      </p:sp>
      <p:sp>
        <p:nvSpPr>
          <p:cNvPr id="6" name="Footer Placeholder 5"/>
          <p:cNvSpPr>
            <a:spLocks noGrp="1"/>
          </p:cNvSpPr>
          <p:nvPr>
            <p:ph type="ftr" sz="quarter" idx="11"/>
          </p:nvPr>
        </p:nvSpPr>
        <p:spPr/>
        <p:txBody>
          <a:bodyPr/>
          <a:lstStyle/>
          <a:p>
            <a:r>
              <a:rPr lang="en-US"/>
              <a:t>LMS Review Kick-Off June 2022</a:t>
            </a:r>
          </a:p>
        </p:txBody>
      </p:sp>
      <p:sp>
        <p:nvSpPr>
          <p:cNvPr id="7" name="Slide Number Placeholder 6"/>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8" name="Group 7">
            <a:extLst>
              <a:ext uri="{FF2B5EF4-FFF2-40B4-BE49-F238E27FC236}">
                <a16:creationId xmlns:a16="http://schemas.microsoft.com/office/drawing/2014/main" id="{DD7F9787-DD3A-4646-BB48-620C816C001A}"/>
              </a:ext>
            </a:extLst>
          </p:cNvPr>
          <p:cNvGrpSpPr/>
          <p:nvPr userDrawn="1"/>
        </p:nvGrpSpPr>
        <p:grpSpPr>
          <a:xfrm>
            <a:off x="0" y="0"/>
            <a:ext cx="12192000" cy="397164"/>
            <a:chOff x="421830" y="1342659"/>
            <a:chExt cx="10018760" cy="290558"/>
          </a:xfrm>
        </p:grpSpPr>
        <p:sp>
          <p:nvSpPr>
            <p:cNvPr id="9" name="Rectangle 8">
              <a:extLst>
                <a:ext uri="{FF2B5EF4-FFF2-40B4-BE49-F238E27FC236}">
                  <a16:creationId xmlns:a16="http://schemas.microsoft.com/office/drawing/2014/main" id="{DEE774CE-34EE-2A47-A6A9-4B48522F6F9B}"/>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9E01E9A-F832-2C47-AF13-96DA2A545D41}"/>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F87FCA5-98BF-7C4F-A6A8-ABE67A0572DD}"/>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A2F3CFE-9373-F940-8224-EC432E30E4E7}"/>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A861B21-0880-4F42-9446-62738D693F11}"/>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05782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0071" y="1237675"/>
            <a:ext cx="4331855" cy="910202"/>
          </a:xfrm>
        </p:spPr>
        <p:txBody>
          <a:bodyPr anchor="b">
            <a:normAutofit/>
          </a:bodyPr>
          <a:lstStyle>
            <a:lvl1pPr algn="ctr">
              <a:defRPr sz="2800" cap="all" baseline="0"/>
            </a:lvl1pPr>
          </a:lstStyle>
          <a:p>
            <a:r>
              <a:rPr lang="en-US"/>
              <a:t>CONTEXT or THEME</a:t>
            </a:r>
          </a:p>
        </p:txBody>
      </p:sp>
      <p:sp>
        <p:nvSpPr>
          <p:cNvPr id="3" name="Date Placeholder 2"/>
          <p:cNvSpPr>
            <a:spLocks noGrp="1"/>
          </p:cNvSpPr>
          <p:nvPr>
            <p:ph type="dt" sz="half" idx="10"/>
          </p:nvPr>
        </p:nvSpPr>
        <p:spPr>
          <a:xfrm>
            <a:off x="10751004" y="6335309"/>
            <a:ext cx="1181114" cy="250337"/>
          </a:xfrm>
        </p:spPr>
        <p:txBody>
          <a:bodyPr/>
          <a:lstStyle/>
          <a:p>
            <a:fld id="{1FA1D1F6-5A06-44A4-9BAE-FFA1CF515FEB}" type="datetime1">
              <a:rPr lang="en-US" smtClean="0"/>
              <a:t>5/9/2026</a:t>
            </a:fld>
            <a:endParaRPr lang="en-US"/>
          </a:p>
        </p:txBody>
      </p:sp>
      <p:sp>
        <p:nvSpPr>
          <p:cNvPr id="4" name="Footer Placeholder 3"/>
          <p:cNvSpPr>
            <a:spLocks noGrp="1"/>
          </p:cNvSpPr>
          <p:nvPr>
            <p:ph type="ftr" sz="quarter" idx="11"/>
          </p:nvPr>
        </p:nvSpPr>
        <p:spPr/>
        <p:txBody>
          <a:bodyPr/>
          <a:lstStyle/>
          <a:p>
            <a:r>
              <a:rPr lang="en-US"/>
              <a:t>LMS Review Kick-Off June 2022</a:t>
            </a:r>
          </a:p>
        </p:txBody>
      </p:sp>
      <p:sp>
        <p:nvSpPr>
          <p:cNvPr id="5" name="Slide Number Placeholder 4"/>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cxnSp>
        <p:nvCxnSpPr>
          <p:cNvPr id="12" name="Straight Connector 11"/>
          <p:cNvCxnSpPr/>
          <p:nvPr userDrawn="1"/>
        </p:nvCxnSpPr>
        <p:spPr>
          <a:xfrm>
            <a:off x="393007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393007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660400" y="2420360"/>
            <a:ext cx="108712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393007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grpSp>
        <p:nvGrpSpPr>
          <p:cNvPr id="10" name="Group 9">
            <a:extLst>
              <a:ext uri="{FF2B5EF4-FFF2-40B4-BE49-F238E27FC236}">
                <a16:creationId xmlns:a16="http://schemas.microsoft.com/office/drawing/2014/main" id="{C31A6E2A-9139-B54F-B1FF-E0B2EAF2E0A2}"/>
              </a:ext>
            </a:extLst>
          </p:cNvPr>
          <p:cNvGrpSpPr/>
          <p:nvPr userDrawn="1"/>
        </p:nvGrpSpPr>
        <p:grpSpPr>
          <a:xfrm>
            <a:off x="0" y="0"/>
            <a:ext cx="12192000" cy="397164"/>
            <a:chOff x="421830" y="1342659"/>
            <a:chExt cx="10018760" cy="290558"/>
          </a:xfrm>
        </p:grpSpPr>
        <p:sp>
          <p:nvSpPr>
            <p:cNvPr id="11" name="Rectangle 10">
              <a:extLst>
                <a:ext uri="{FF2B5EF4-FFF2-40B4-BE49-F238E27FC236}">
                  <a16:creationId xmlns:a16="http://schemas.microsoft.com/office/drawing/2014/main" id="{EF94BC15-3F11-B846-AE64-D1C8A8E867F5}"/>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EB6EE1D-AED7-924E-8D18-B9F1399A910E}"/>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81E2A49-C1E0-024C-876B-A61D2B440E03}"/>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E64F300-FB37-FE41-9129-DD2824002FB5}"/>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FCAF651-5F7E-0248-8C8E-3A4B3D0F11BA}"/>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92942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6350285" y="845819"/>
            <a:ext cx="5440648" cy="5407201"/>
          </a:xfrm>
        </p:spPr>
        <p:txBody>
          <a:bodyPr/>
          <a:lstStyle/>
          <a:p>
            <a:r>
              <a:rPr lang="en-US"/>
              <a:t>Click icon to add picture</a:t>
            </a:r>
          </a:p>
        </p:txBody>
      </p:sp>
      <p:sp>
        <p:nvSpPr>
          <p:cNvPr id="2" name="Title 1"/>
          <p:cNvSpPr>
            <a:spLocks noGrp="1"/>
          </p:cNvSpPr>
          <p:nvPr>
            <p:ph type="title" hasCustomPrompt="1"/>
          </p:nvPr>
        </p:nvSpPr>
        <p:spPr>
          <a:xfrm>
            <a:off x="854362" y="1237675"/>
            <a:ext cx="4331855" cy="910202"/>
          </a:xfrm>
        </p:spPr>
        <p:txBody>
          <a:bodyPr anchor="b">
            <a:normAutofit/>
          </a:bodyPr>
          <a:lstStyle>
            <a:lvl1pPr algn="ctr">
              <a:defRPr sz="2800" cap="all" baseline="0"/>
            </a:lvl1pPr>
          </a:lstStyle>
          <a:p>
            <a:r>
              <a:rPr lang="en-US"/>
              <a:t>CONTEXT or THEME</a:t>
            </a:r>
          </a:p>
        </p:txBody>
      </p:sp>
      <p:sp>
        <p:nvSpPr>
          <p:cNvPr id="3" name="Date Placeholder 2"/>
          <p:cNvSpPr>
            <a:spLocks noGrp="1"/>
          </p:cNvSpPr>
          <p:nvPr>
            <p:ph type="dt" sz="half" idx="10"/>
          </p:nvPr>
        </p:nvSpPr>
        <p:spPr>
          <a:xfrm>
            <a:off x="10751004" y="6335309"/>
            <a:ext cx="1181114" cy="250337"/>
          </a:xfrm>
        </p:spPr>
        <p:txBody>
          <a:bodyPr/>
          <a:lstStyle/>
          <a:p>
            <a:fld id="{C6431F25-8936-4B67-867D-50D5C49D9BE9}" type="datetime1">
              <a:rPr lang="en-US" smtClean="0"/>
              <a:t>5/9/2026</a:t>
            </a:fld>
            <a:endParaRPr lang="en-US"/>
          </a:p>
        </p:txBody>
      </p:sp>
      <p:sp>
        <p:nvSpPr>
          <p:cNvPr id="4" name="Footer Placeholder 3"/>
          <p:cNvSpPr>
            <a:spLocks noGrp="1"/>
          </p:cNvSpPr>
          <p:nvPr>
            <p:ph type="ftr" sz="quarter" idx="11"/>
          </p:nvPr>
        </p:nvSpPr>
        <p:spPr>
          <a:xfrm>
            <a:off x="259882" y="6335309"/>
            <a:ext cx="3887245" cy="250337"/>
          </a:xfrm>
        </p:spPr>
        <p:txBody>
          <a:bodyPr/>
          <a:lstStyle/>
          <a:p>
            <a:r>
              <a:rPr lang="en-US"/>
              <a:t>LMS Review Kick-Off June 2022</a:t>
            </a:r>
          </a:p>
        </p:txBody>
      </p:sp>
      <p:sp>
        <p:nvSpPr>
          <p:cNvPr id="5" name="Slide Number Placeholder 4"/>
          <p:cNvSpPr>
            <a:spLocks noGrp="1"/>
          </p:cNvSpPr>
          <p:nvPr>
            <p:ph type="sldNum" sz="quarter" idx="12"/>
          </p:nvPr>
        </p:nvSpPr>
        <p:spPr>
          <a:xfrm>
            <a:off x="5587999" y="6335309"/>
            <a:ext cx="1016000" cy="250337"/>
          </a:xfrm>
        </p:spPr>
        <p:txBody>
          <a:bodyPr/>
          <a:lstStyle/>
          <a:p>
            <a:r>
              <a:rPr lang="en-US"/>
              <a:t>PAGE  </a:t>
            </a:r>
            <a:fld id="{93005692-73BE-493E-93AB-ECD6027A7652}" type="slidenum">
              <a:rPr lang="en-US" smtClean="0"/>
              <a:pPr/>
              <a:t>‹#›</a:t>
            </a:fld>
            <a:endParaRPr lang="en-US"/>
          </a:p>
        </p:txBody>
      </p:sp>
      <p:sp>
        <p:nvSpPr>
          <p:cNvPr id="15" name="Text Placeholder 14"/>
          <p:cNvSpPr>
            <a:spLocks noGrp="1"/>
          </p:cNvSpPr>
          <p:nvPr>
            <p:ph type="body" sz="quarter" idx="13"/>
          </p:nvPr>
        </p:nvSpPr>
        <p:spPr>
          <a:xfrm>
            <a:off x="544943" y="2409026"/>
            <a:ext cx="4950694"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85436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userDrawn="1"/>
        </p:nvCxnSpPr>
        <p:spPr>
          <a:xfrm>
            <a:off x="85436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85436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CFE96372-A208-F546-B7FD-C0747128C2DF}"/>
              </a:ext>
            </a:extLst>
          </p:cNvPr>
          <p:cNvGrpSpPr/>
          <p:nvPr userDrawn="1"/>
        </p:nvGrpSpPr>
        <p:grpSpPr>
          <a:xfrm>
            <a:off x="0" y="0"/>
            <a:ext cx="12192000" cy="397164"/>
            <a:chOff x="421830" y="1342659"/>
            <a:chExt cx="10018760" cy="290558"/>
          </a:xfrm>
        </p:grpSpPr>
        <p:sp>
          <p:nvSpPr>
            <p:cNvPr id="13" name="Rectangle 12">
              <a:extLst>
                <a:ext uri="{FF2B5EF4-FFF2-40B4-BE49-F238E27FC236}">
                  <a16:creationId xmlns:a16="http://schemas.microsoft.com/office/drawing/2014/main" id="{BA30D062-4D3C-FB49-BC12-289C4E63859A}"/>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E951BF5-3B10-4647-AE43-6C4FB2FD5AC6}"/>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E7D11F8-300C-DC45-9476-8111932FAB3B}"/>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A48535B-B3BB-5C4C-B115-599D8CDF7D82}"/>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EF38F5-382A-BF49-BD63-C36DDD7A004C}"/>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4992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err="1"/>
              <a:t>Subheader</a:t>
            </a:r>
            <a:endParaRPr lang="en-US"/>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cap="all" baseline="0"/>
            </a:lvl1pPr>
          </a:lstStyle>
          <a:p>
            <a:r>
              <a:rPr lang="en-US"/>
              <a:t>SECTION DIVIDER</a:t>
            </a:r>
          </a:p>
        </p:txBody>
      </p:sp>
      <p:sp>
        <p:nvSpPr>
          <p:cNvPr id="3" name="Date Placeholder 2"/>
          <p:cNvSpPr>
            <a:spLocks noGrp="1"/>
          </p:cNvSpPr>
          <p:nvPr>
            <p:ph type="dt" sz="half" idx="10"/>
          </p:nvPr>
        </p:nvSpPr>
        <p:spPr>
          <a:xfrm>
            <a:off x="10751004" y="6335309"/>
            <a:ext cx="1181114" cy="250337"/>
          </a:xfrm>
        </p:spPr>
        <p:txBody>
          <a:bodyPr/>
          <a:lstStyle/>
          <a:p>
            <a:fld id="{67C49DF2-28FA-43AC-A72C-86FB69CB61D5}" type="datetime1">
              <a:rPr lang="en-US" smtClean="0"/>
              <a:t>5/9/2026</a:t>
            </a:fld>
            <a:endParaRPr lang="en-US"/>
          </a:p>
        </p:txBody>
      </p:sp>
      <p:sp>
        <p:nvSpPr>
          <p:cNvPr id="4" name="Footer Placeholder 3"/>
          <p:cNvSpPr>
            <a:spLocks noGrp="1"/>
          </p:cNvSpPr>
          <p:nvPr>
            <p:ph type="ftr" sz="quarter" idx="11"/>
          </p:nvPr>
        </p:nvSpPr>
        <p:spPr/>
        <p:txBody>
          <a:bodyPr/>
          <a:lstStyle/>
          <a:p>
            <a:r>
              <a:rPr lang="en-US"/>
              <a:t>LMS Review Kick-Off June 2022</a:t>
            </a:r>
          </a:p>
        </p:txBody>
      </p:sp>
      <p:sp>
        <p:nvSpPr>
          <p:cNvPr id="5" name="Slide Number Placeholder 4"/>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7" name="Group 6">
            <a:extLst>
              <a:ext uri="{FF2B5EF4-FFF2-40B4-BE49-F238E27FC236}">
                <a16:creationId xmlns:a16="http://schemas.microsoft.com/office/drawing/2014/main" id="{D72CD653-AD35-5141-A8C6-BF79EBE4AA02}"/>
              </a:ext>
            </a:extLst>
          </p:cNvPr>
          <p:cNvGrpSpPr/>
          <p:nvPr userDrawn="1"/>
        </p:nvGrpSpPr>
        <p:grpSpPr>
          <a:xfrm>
            <a:off x="0" y="0"/>
            <a:ext cx="12192000" cy="397164"/>
            <a:chOff x="421830" y="1342659"/>
            <a:chExt cx="10018760" cy="290558"/>
          </a:xfrm>
        </p:grpSpPr>
        <p:sp>
          <p:nvSpPr>
            <p:cNvPr id="8" name="Rectangle 7">
              <a:extLst>
                <a:ext uri="{FF2B5EF4-FFF2-40B4-BE49-F238E27FC236}">
                  <a16:creationId xmlns:a16="http://schemas.microsoft.com/office/drawing/2014/main" id="{808B38EE-3C4F-0B4A-9115-527C95121823}"/>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3646519-2BAF-9047-B121-BF7E7F710823}"/>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A4D2608-732A-4741-BC48-7812A87E4D8D}"/>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F9B098-4EE4-474A-8979-CFAB574D8621}"/>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D87E91-D511-9145-BCBD-28DFC726F67E}"/>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61809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err="1"/>
              <a:t>Subheader</a:t>
            </a:r>
            <a:endParaRPr lang="en-US"/>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cap="all" baseline="0"/>
            </a:lvl1pPr>
          </a:lstStyle>
          <a:p>
            <a:r>
              <a:rPr lang="en-US"/>
              <a:t>SECTION DIVIDER</a:t>
            </a:r>
          </a:p>
        </p:txBody>
      </p:sp>
      <p:sp>
        <p:nvSpPr>
          <p:cNvPr id="3" name="Date Placeholder 2"/>
          <p:cNvSpPr>
            <a:spLocks noGrp="1"/>
          </p:cNvSpPr>
          <p:nvPr>
            <p:ph type="dt" sz="half" idx="10"/>
          </p:nvPr>
        </p:nvSpPr>
        <p:spPr>
          <a:xfrm>
            <a:off x="10751004" y="6335309"/>
            <a:ext cx="1181114" cy="250337"/>
          </a:xfrm>
        </p:spPr>
        <p:txBody>
          <a:bodyPr/>
          <a:lstStyle/>
          <a:p>
            <a:fld id="{CE8A745B-D65C-4171-9650-9C70B6EB7A2F}" type="datetime1">
              <a:rPr lang="en-US" smtClean="0"/>
              <a:t>5/9/2026</a:t>
            </a:fld>
            <a:endParaRPr lang="en-US"/>
          </a:p>
        </p:txBody>
      </p:sp>
      <p:sp>
        <p:nvSpPr>
          <p:cNvPr id="4" name="Footer Placeholder 3"/>
          <p:cNvSpPr>
            <a:spLocks noGrp="1"/>
          </p:cNvSpPr>
          <p:nvPr>
            <p:ph type="ftr" sz="quarter" idx="11"/>
          </p:nvPr>
        </p:nvSpPr>
        <p:spPr/>
        <p:txBody>
          <a:bodyPr/>
          <a:lstStyle/>
          <a:p>
            <a:r>
              <a:rPr lang="en-US"/>
              <a:t>LMS Review Kick-Off June 2022</a:t>
            </a:r>
          </a:p>
        </p:txBody>
      </p:sp>
      <p:sp>
        <p:nvSpPr>
          <p:cNvPr id="5" name="Slide Number Placeholder 4"/>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7" name="Group 6">
            <a:extLst>
              <a:ext uri="{FF2B5EF4-FFF2-40B4-BE49-F238E27FC236}">
                <a16:creationId xmlns:a16="http://schemas.microsoft.com/office/drawing/2014/main" id="{220DDFC3-6F0D-5E4C-8D30-C78126C00C6D}"/>
              </a:ext>
            </a:extLst>
          </p:cNvPr>
          <p:cNvGrpSpPr/>
          <p:nvPr userDrawn="1"/>
        </p:nvGrpSpPr>
        <p:grpSpPr>
          <a:xfrm>
            <a:off x="0" y="0"/>
            <a:ext cx="12192000" cy="397164"/>
            <a:chOff x="421830" y="1342659"/>
            <a:chExt cx="10018760" cy="290558"/>
          </a:xfrm>
        </p:grpSpPr>
        <p:sp>
          <p:nvSpPr>
            <p:cNvPr id="8" name="Rectangle 7">
              <a:extLst>
                <a:ext uri="{FF2B5EF4-FFF2-40B4-BE49-F238E27FC236}">
                  <a16:creationId xmlns:a16="http://schemas.microsoft.com/office/drawing/2014/main" id="{B6CF758B-0EB2-F34B-BE1F-5B7DBD0D91DF}"/>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22C1F90-E5C7-6D46-8B27-E98D1AD0BD1D}"/>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4A86E65-C9CD-3C43-9237-76ACBCE5AEA5}"/>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B0010F3-1A9C-9049-8C1B-2C5FACE5795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E0527D8-16AA-B94D-A437-8734019F07E3}"/>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91137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err="1"/>
              <a:t>Subheader</a:t>
            </a:r>
            <a:endParaRPr lang="en-US"/>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cap="all" baseline="0">
                <a:solidFill>
                  <a:schemeClr val="bg1"/>
                </a:solidFill>
              </a:defRPr>
            </a:lvl1pPr>
          </a:lstStyle>
          <a:p>
            <a:r>
              <a:rPr lang="en-US"/>
              <a:t>SECTION DIVIDER</a:t>
            </a:r>
          </a:p>
        </p:txBody>
      </p:sp>
      <p:sp>
        <p:nvSpPr>
          <p:cNvPr id="3" name="Date Placeholder 2"/>
          <p:cNvSpPr>
            <a:spLocks noGrp="1"/>
          </p:cNvSpPr>
          <p:nvPr>
            <p:ph type="dt" sz="half" idx="10"/>
          </p:nvPr>
        </p:nvSpPr>
        <p:spPr>
          <a:xfrm>
            <a:off x="10751004" y="6335309"/>
            <a:ext cx="1181114" cy="250337"/>
          </a:xfrm>
        </p:spPr>
        <p:txBody>
          <a:bodyPr/>
          <a:lstStyle>
            <a:lvl1pPr>
              <a:defRPr>
                <a:solidFill>
                  <a:schemeClr val="bg1"/>
                </a:solidFill>
              </a:defRPr>
            </a:lvl1pPr>
          </a:lstStyle>
          <a:p>
            <a:fld id="{F4879843-99D3-4289-9502-2039CE513441}" type="datetime1">
              <a:rPr lang="en-US" smtClean="0"/>
              <a:t>5/9/2026</a:t>
            </a:fld>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LMS Review Kick-Off June 2022</a:t>
            </a:r>
          </a:p>
        </p:txBody>
      </p:sp>
      <p:sp>
        <p:nvSpPr>
          <p:cNvPr id="5" name="Slide Number Placeholder 4"/>
          <p:cNvSpPr>
            <a:spLocks noGrp="1"/>
          </p:cNvSpPr>
          <p:nvPr>
            <p:ph type="sldNum" sz="quarter" idx="12"/>
          </p:nvPr>
        </p:nvSpPr>
        <p:spPr/>
        <p:txBody>
          <a:bodyPr/>
          <a:lstStyle>
            <a:lvl1pPr>
              <a:defRPr>
                <a:solidFill>
                  <a:schemeClr val="bg1"/>
                </a:solidFill>
              </a:defRPr>
            </a:lvl1pPr>
          </a:lstStyle>
          <a:p>
            <a:r>
              <a:rPr lang="en-US"/>
              <a:t>PAGE  </a:t>
            </a:r>
            <a:fld id="{93005692-73BE-493E-93AB-ECD6027A7652}" type="slidenum">
              <a:rPr lang="en-US" smtClean="0"/>
              <a:pPr/>
              <a:t>‹#›</a:t>
            </a:fld>
            <a:endParaRPr lang="en-US"/>
          </a:p>
        </p:txBody>
      </p:sp>
      <p:grpSp>
        <p:nvGrpSpPr>
          <p:cNvPr id="7" name="Group 6">
            <a:extLst>
              <a:ext uri="{FF2B5EF4-FFF2-40B4-BE49-F238E27FC236}">
                <a16:creationId xmlns:a16="http://schemas.microsoft.com/office/drawing/2014/main" id="{8740DD73-AC1C-0641-8C33-791A62EF34B7}"/>
              </a:ext>
            </a:extLst>
          </p:cNvPr>
          <p:cNvGrpSpPr/>
          <p:nvPr userDrawn="1"/>
        </p:nvGrpSpPr>
        <p:grpSpPr>
          <a:xfrm>
            <a:off x="0" y="0"/>
            <a:ext cx="12192000" cy="397164"/>
            <a:chOff x="421830" y="1342659"/>
            <a:chExt cx="10018760" cy="290558"/>
          </a:xfrm>
        </p:grpSpPr>
        <p:sp>
          <p:nvSpPr>
            <p:cNvPr id="8" name="Rectangle 7">
              <a:extLst>
                <a:ext uri="{FF2B5EF4-FFF2-40B4-BE49-F238E27FC236}">
                  <a16:creationId xmlns:a16="http://schemas.microsoft.com/office/drawing/2014/main" id="{60B8DB0B-D7AD-E443-A9FA-6978FE21FA00}"/>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FFEB15A-A8CF-CA4A-BCB9-2DEEC6268E6B}"/>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02309BB-A9D7-E64D-8EF7-0E490151B952}"/>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CB22BAE-45F8-9D49-A3CD-17513F341915}"/>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4567BB1-0BFA-DE41-9739-5EC1F580B29E}"/>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07042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pic>
        <p:nvPicPr>
          <p:cNvPr id="9" name="Picture 8" title="University of Waterlo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95865" y="1204402"/>
            <a:ext cx="6400271" cy="4157128"/>
          </a:xfrm>
          <a:prstGeom prst="rect">
            <a:avLst/>
          </a:prstGeom>
        </p:spPr>
      </p:pic>
      <p:sp>
        <p:nvSpPr>
          <p:cNvPr id="2" name="Title 1"/>
          <p:cNvSpPr>
            <a:spLocks noGrp="1"/>
          </p:cNvSpPr>
          <p:nvPr>
            <p:ph type="title" hasCustomPrompt="1"/>
          </p:nvPr>
        </p:nvSpPr>
        <p:spPr>
          <a:xfrm>
            <a:off x="657225" y="4581236"/>
            <a:ext cx="10877550" cy="1597891"/>
          </a:xfrm>
          <a:noFill/>
        </p:spPr>
        <p:txBody>
          <a:bodyPr wrap="square" rtlCol="0" anchor="ctr" anchorCtr="1">
            <a:noAutofit/>
          </a:bodyPr>
          <a:lstStyle>
            <a:lvl1pPr algn="ctr">
              <a:defRPr lang="en-US" sz="1800" b="0" i="0" cap="none" baseline="0">
                <a:solidFill>
                  <a:schemeClr val="tx1"/>
                </a:solidFill>
                <a:latin typeface="Verdana" charset="0"/>
                <a:ea typeface="Verdana" charset="0"/>
                <a:cs typeface="Verdana" charset="0"/>
              </a:defRPr>
            </a:lvl1pPr>
          </a:lstStyle>
          <a:p>
            <a:pPr marL="0" lvl="0" algn="ctr">
              <a:lnSpc>
                <a:spcPct val="75000"/>
              </a:lnSpc>
            </a:pPr>
            <a:r>
              <a:rPr lang="en-US"/>
              <a:t>Click to edit master closing slide</a:t>
            </a:r>
          </a:p>
        </p:txBody>
      </p:sp>
      <p:sp>
        <p:nvSpPr>
          <p:cNvPr id="6" name="Date Placeholder 5"/>
          <p:cNvSpPr>
            <a:spLocks noGrp="1"/>
          </p:cNvSpPr>
          <p:nvPr>
            <p:ph type="dt" sz="half" idx="10"/>
          </p:nvPr>
        </p:nvSpPr>
        <p:spPr>
          <a:xfrm>
            <a:off x="10751004" y="6335309"/>
            <a:ext cx="1181114" cy="250337"/>
          </a:xfrm>
        </p:spPr>
        <p:txBody>
          <a:bodyPr/>
          <a:lstStyle/>
          <a:p>
            <a:fld id="{2C52CC1E-85B0-4AEA-BC60-F01EBE820E25}" type="datetime1">
              <a:rPr lang="en-US" smtClean="0"/>
              <a:t>5/9/2026</a:t>
            </a:fld>
            <a:endParaRPr lang="en-US"/>
          </a:p>
        </p:txBody>
      </p:sp>
      <p:sp>
        <p:nvSpPr>
          <p:cNvPr id="10" name="Footer Placeholder 9"/>
          <p:cNvSpPr>
            <a:spLocks noGrp="1"/>
          </p:cNvSpPr>
          <p:nvPr>
            <p:ph type="ftr" sz="quarter" idx="11"/>
          </p:nvPr>
        </p:nvSpPr>
        <p:spPr/>
        <p:txBody>
          <a:bodyPr/>
          <a:lstStyle/>
          <a:p>
            <a:r>
              <a:rPr lang="en-US"/>
              <a:t>LMS Review Kick-Off June 2022</a:t>
            </a:r>
          </a:p>
        </p:txBody>
      </p:sp>
      <p:sp>
        <p:nvSpPr>
          <p:cNvPr id="11" name="Slide Number Placeholder 10"/>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7" name="Group 6"/>
          <p:cNvGrpSpPr/>
          <p:nvPr userDrawn="1"/>
        </p:nvGrpSpPr>
        <p:grpSpPr>
          <a:xfrm>
            <a:off x="0" y="0"/>
            <a:ext cx="12192000" cy="397164"/>
            <a:chOff x="421830" y="1342659"/>
            <a:chExt cx="10018760" cy="290558"/>
          </a:xfrm>
        </p:grpSpPr>
        <p:sp>
          <p:nvSpPr>
            <p:cNvPr id="8" name="Rectangle 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4712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losing Slide_ALT">
    <p:bg>
      <p:bgPr>
        <a:solidFill>
          <a:schemeClr val="tx1"/>
        </a:solidFill>
        <a:effectLst/>
      </p:bgPr>
    </p:bg>
    <p:spTree>
      <p:nvGrpSpPr>
        <p:cNvPr id="1" name=""/>
        <p:cNvGrpSpPr/>
        <p:nvPr/>
      </p:nvGrpSpPr>
      <p:grpSpPr>
        <a:xfrm>
          <a:off x="0" y="0"/>
          <a:ext cx="0" cy="0"/>
          <a:chOff x="0" y="0"/>
          <a:chExt cx="0" cy="0"/>
        </a:xfrm>
      </p:grpSpPr>
      <p:pic>
        <p:nvPicPr>
          <p:cNvPr id="11" name="Picture 10" title="University of Waterloo"/>
          <p:cNvPicPr>
            <a:picLocks noChangeAspect="1"/>
          </p:cNvPicPr>
          <p:nvPr userDrawn="1"/>
        </p:nvPicPr>
        <p:blipFill rotWithShape="1">
          <a:blip r:embed="rId2">
            <a:extLst>
              <a:ext uri="{28A0092B-C50C-407E-A947-70E740481C1C}">
                <a14:useLocalDpi xmlns:a14="http://schemas.microsoft.com/office/drawing/2010/main" val="0"/>
              </a:ext>
            </a:extLst>
          </a:blip>
          <a:srcRect l="13985" t="13985" r="13985" b="13985"/>
          <a:stretch/>
        </p:blipFill>
        <p:spPr bwMode="gray">
          <a:xfrm>
            <a:off x="3781997" y="1779967"/>
            <a:ext cx="4628005" cy="3005998"/>
          </a:xfrm>
          <a:prstGeom prst="rect">
            <a:avLst/>
          </a:prstGeom>
          <a:effectLst/>
        </p:spPr>
      </p:pic>
      <p:sp>
        <p:nvSpPr>
          <p:cNvPr id="2" name="Title 1"/>
          <p:cNvSpPr>
            <a:spLocks noGrp="1"/>
          </p:cNvSpPr>
          <p:nvPr>
            <p:ph type="title" hasCustomPrompt="1"/>
          </p:nvPr>
        </p:nvSpPr>
        <p:spPr>
          <a:xfrm>
            <a:off x="733425" y="4682836"/>
            <a:ext cx="10725150" cy="1559782"/>
          </a:xfrm>
          <a:noFill/>
        </p:spPr>
        <p:txBody>
          <a:bodyPr wrap="square" rtlCol="0" anchor="ctr" anchorCtr="1">
            <a:noAutofit/>
          </a:bodyPr>
          <a:lstStyle>
            <a:lvl1pPr marL="0" algn="ctr">
              <a:lnSpc>
                <a:spcPct val="75000"/>
              </a:lnSpc>
              <a:defRPr lang="en-US" sz="1800" b="0" i="0" cap="none" baseline="0">
                <a:solidFill>
                  <a:schemeClr val="bg1">
                    <a:alpha val="81000"/>
                  </a:schemeClr>
                </a:solidFill>
                <a:latin typeface="Verdana" charset="0"/>
                <a:ea typeface="Verdana" charset="0"/>
                <a:cs typeface="Verdana" charset="0"/>
              </a:defRPr>
            </a:lvl1pPr>
          </a:lstStyle>
          <a:p>
            <a:pPr marL="0" lvl="0" algn="ctr">
              <a:lnSpc>
                <a:spcPct val="75000"/>
              </a:lnSpc>
            </a:pPr>
            <a:r>
              <a:rPr lang="en-US"/>
              <a:t>Click to edit master closing slide</a:t>
            </a:r>
          </a:p>
        </p:txBody>
      </p:sp>
      <p:sp>
        <p:nvSpPr>
          <p:cNvPr id="6" name="Date Placeholder 5"/>
          <p:cNvSpPr>
            <a:spLocks noGrp="1"/>
          </p:cNvSpPr>
          <p:nvPr>
            <p:ph type="dt" sz="half" idx="10"/>
          </p:nvPr>
        </p:nvSpPr>
        <p:spPr>
          <a:xfrm>
            <a:off x="10751004" y="6335309"/>
            <a:ext cx="1181114" cy="250337"/>
          </a:xfrm>
        </p:spPr>
        <p:txBody>
          <a:bodyPr/>
          <a:lstStyle>
            <a:lvl1pPr>
              <a:defRPr>
                <a:solidFill>
                  <a:schemeClr val="bg1"/>
                </a:solidFill>
              </a:defRPr>
            </a:lvl1pPr>
          </a:lstStyle>
          <a:p>
            <a:fld id="{57C79203-4FC9-4028-BC26-132F0DA2B4E8}" type="datetime1">
              <a:rPr lang="en-US" smtClean="0"/>
              <a:t>5/9/2026</a:t>
            </a:fld>
            <a:endParaRPr lang="en-US"/>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LMS Review Kick-Off June 2022</a:t>
            </a:r>
            <a:endParaRPr lang="en-US">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a:t>PAGE  </a:t>
            </a:r>
            <a:fld id="{93005692-73BE-493E-93AB-ECD6027A7652}" type="slidenum">
              <a:rPr lang="en-US" smtClean="0"/>
              <a:pPr/>
              <a:t>‹#›</a:t>
            </a:fld>
            <a:endParaRPr lang="en-US"/>
          </a:p>
        </p:txBody>
      </p:sp>
      <p:grpSp>
        <p:nvGrpSpPr>
          <p:cNvPr id="13" name="Group 12">
            <a:extLst>
              <a:ext uri="{FF2B5EF4-FFF2-40B4-BE49-F238E27FC236}">
                <a16:creationId xmlns:a16="http://schemas.microsoft.com/office/drawing/2014/main" id="{A3F1FAFC-408D-0840-BF87-C10DEF00AE57}"/>
              </a:ext>
            </a:extLst>
          </p:cNvPr>
          <p:cNvGrpSpPr/>
          <p:nvPr userDrawn="1"/>
        </p:nvGrpSpPr>
        <p:grpSpPr>
          <a:xfrm>
            <a:off x="0" y="0"/>
            <a:ext cx="12192000" cy="397164"/>
            <a:chOff x="421830" y="1342659"/>
            <a:chExt cx="10018760" cy="290558"/>
          </a:xfrm>
        </p:grpSpPr>
        <p:sp>
          <p:nvSpPr>
            <p:cNvPr id="14" name="Rectangle 13">
              <a:extLst>
                <a:ext uri="{FF2B5EF4-FFF2-40B4-BE49-F238E27FC236}">
                  <a16:creationId xmlns:a16="http://schemas.microsoft.com/office/drawing/2014/main" id="{B31609E3-BEF5-DF4C-8E07-DA3B468D1EFE}"/>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36397E2-7B07-A34D-BAD4-108B31B92077}"/>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9086606-36A8-EA42-A473-1353FDBE6400}"/>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2ED482C-BC79-A14A-91C5-BEDF9D7DDF4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7FBB297-7D6E-4447-9C11-F3CE63C4A406}"/>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8883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Closing Slide_Y+W">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28F653FE-3A86-E844-A53F-0361E59D706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153660" y="4585014"/>
            <a:ext cx="1884680" cy="533400"/>
          </a:xfrm>
          <a:prstGeom prst="rect">
            <a:avLst/>
          </a:prstGeom>
        </p:spPr>
      </p:pic>
      <p:pic>
        <p:nvPicPr>
          <p:cNvPr id="24" name="Picture 23">
            <a:extLst>
              <a:ext uri="{FF2B5EF4-FFF2-40B4-BE49-F238E27FC236}">
                <a16:creationId xmlns:a16="http://schemas.microsoft.com/office/drawing/2014/main" id="{48ADE716-1136-A547-A8CE-EAC2B309AAB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168648" y="5270227"/>
            <a:ext cx="3854704" cy="252476"/>
          </a:xfrm>
          <a:prstGeom prst="rect">
            <a:avLst/>
          </a:prstGeom>
        </p:spPr>
      </p:pic>
      <p:sp>
        <p:nvSpPr>
          <p:cNvPr id="6" name="Date Placeholder 5"/>
          <p:cNvSpPr>
            <a:spLocks noGrp="1"/>
          </p:cNvSpPr>
          <p:nvPr>
            <p:ph type="dt" sz="half" idx="10"/>
          </p:nvPr>
        </p:nvSpPr>
        <p:spPr>
          <a:xfrm>
            <a:off x="10751004" y="6335309"/>
            <a:ext cx="1181114" cy="250337"/>
          </a:xfrm>
        </p:spPr>
        <p:txBody>
          <a:bodyPr/>
          <a:lstStyle/>
          <a:p>
            <a:fld id="{8313CA92-5702-40A7-B071-D10AF85F96C6}" type="datetime1">
              <a:rPr lang="en-US" smtClean="0"/>
              <a:t>5/9/2026</a:t>
            </a:fld>
            <a:endParaRPr lang="en-US"/>
          </a:p>
        </p:txBody>
      </p:sp>
      <p:sp>
        <p:nvSpPr>
          <p:cNvPr id="10" name="Footer Placeholder 9"/>
          <p:cNvSpPr>
            <a:spLocks noGrp="1"/>
          </p:cNvSpPr>
          <p:nvPr>
            <p:ph type="ftr" sz="quarter" idx="11"/>
          </p:nvPr>
        </p:nvSpPr>
        <p:spPr/>
        <p:txBody>
          <a:bodyPr/>
          <a:lstStyle/>
          <a:p>
            <a:r>
              <a:rPr lang="en-US"/>
              <a:t>LMS Review Kick-Off June 2022</a:t>
            </a:r>
          </a:p>
        </p:txBody>
      </p:sp>
      <p:sp>
        <p:nvSpPr>
          <p:cNvPr id="11" name="Slide Number Placeholder 10"/>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7" name="Group 6"/>
          <p:cNvGrpSpPr/>
          <p:nvPr userDrawn="1"/>
        </p:nvGrpSpPr>
        <p:grpSpPr>
          <a:xfrm>
            <a:off x="0" y="0"/>
            <a:ext cx="12192000" cy="397164"/>
            <a:chOff x="421830" y="1342659"/>
            <a:chExt cx="10018760" cy="290558"/>
          </a:xfrm>
        </p:grpSpPr>
        <p:sp>
          <p:nvSpPr>
            <p:cNvPr id="8" name="Rectangle 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Picture 27" title="University of Waterloo">
            <a:extLst>
              <a:ext uri="{FF2B5EF4-FFF2-40B4-BE49-F238E27FC236}">
                <a16:creationId xmlns:a16="http://schemas.microsoft.com/office/drawing/2014/main" id="{3A3088FF-BF54-E04E-8115-1F3BD77ADC9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216731" y="883196"/>
            <a:ext cx="5758536" cy="3736193"/>
          </a:xfrm>
          <a:prstGeom prst="rect">
            <a:avLst/>
          </a:prstGeom>
        </p:spPr>
      </p:pic>
    </p:spTree>
    <p:extLst>
      <p:ext uri="{BB962C8B-B14F-4D97-AF65-F5344CB8AC3E}">
        <p14:creationId xmlns:p14="http://schemas.microsoft.com/office/powerpoint/2010/main" val="82115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_Closing Slide_Y+W_AL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0"/>
          </p:nvPr>
        </p:nvSpPr>
        <p:spPr>
          <a:xfrm>
            <a:off x="10751004" y="6335309"/>
            <a:ext cx="1181114" cy="250337"/>
          </a:xfrm>
        </p:spPr>
        <p:txBody>
          <a:bodyPr/>
          <a:lstStyle>
            <a:lvl1pPr>
              <a:defRPr>
                <a:solidFill>
                  <a:schemeClr val="bg1"/>
                </a:solidFill>
              </a:defRPr>
            </a:lvl1pPr>
          </a:lstStyle>
          <a:p>
            <a:fld id="{C8E08CF5-5893-4609-BAFC-62C0E934909E}" type="datetime1">
              <a:rPr lang="en-US" smtClean="0"/>
              <a:t>5/9/2026</a:t>
            </a:fld>
            <a:endParaRPr lang="en-US"/>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LMS Review Kick-Off June 2022</a:t>
            </a:r>
            <a:endParaRPr lang="en-US">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a:t>PAGE  </a:t>
            </a:r>
            <a:fld id="{93005692-73BE-493E-93AB-ECD6027A7652}" type="slidenum">
              <a:rPr lang="en-US" smtClean="0"/>
              <a:pPr/>
              <a:t>‹#›</a:t>
            </a:fld>
            <a:endParaRPr lang="en-US"/>
          </a:p>
        </p:txBody>
      </p:sp>
      <p:grpSp>
        <p:nvGrpSpPr>
          <p:cNvPr id="13" name="Group 12">
            <a:extLst>
              <a:ext uri="{FF2B5EF4-FFF2-40B4-BE49-F238E27FC236}">
                <a16:creationId xmlns:a16="http://schemas.microsoft.com/office/drawing/2014/main" id="{A3F1FAFC-408D-0840-BF87-C10DEF00AE57}"/>
              </a:ext>
            </a:extLst>
          </p:cNvPr>
          <p:cNvGrpSpPr/>
          <p:nvPr userDrawn="1"/>
        </p:nvGrpSpPr>
        <p:grpSpPr>
          <a:xfrm>
            <a:off x="0" y="0"/>
            <a:ext cx="12192000" cy="397164"/>
            <a:chOff x="421830" y="1342659"/>
            <a:chExt cx="10018760" cy="290558"/>
          </a:xfrm>
        </p:grpSpPr>
        <p:sp>
          <p:nvSpPr>
            <p:cNvPr id="14" name="Rectangle 13">
              <a:extLst>
                <a:ext uri="{FF2B5EF4-FFF2-40B4-BE49-F238E27FC236}">
                  <a16:creationId xmlns:a16="http://schemas.microsoft.com/office/drawing/2014/main" id="{B31609E3-BEF5-DF4C-8E07-DA3B468D1EFE}"/>
                </a:ext>
              </a:extLst>
            </p:cNvPr>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36397E2-7B07-A34D-BAD4-108B31B92077}"/>
                </a:ext>
              </a:extLst>
            </p:cNvPr>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9086606-36A8-EA42-A473-1353FDBE6400}"/>
                </a:ext>
              </a:extLst>
            </p:cNvPr>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2ED482C-BC79-A14A-91C5-BEDF9D7DDF40}"/>
                </a:ext>
              </a:extLst>
            </p:cNvPr>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7FBB297-7D6E-4447-9C11-F3CE63C4A406}"/>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Picture 20">
            <a:extLst>
              <a:ext uri="{FF2B5EF4-FFF2-40B4-BE49-F238E27FC236}">
                <a16:creationId xmlns:a16="http://schemas.microsoft.com/office/drawing/2014/main" id="{61B2F895-74F6-5245-9741-0020E25D8A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53660" y="4592032"/>
            <a:ext cx="1884680" cy="533400"/>
          </a:xfrm>
          <a:prstGeom prst="rect">
            <a:avLst/>
          </a:prstGeom>
        </p:spPr>
      </p:pic>
      <p:pic>
        <p:nvPicPr>
          <p:cNvPr id="22" name="Picture 21">
            <a:extLst>
              <a:ext uri="{FF2B5EF4-FFF2-40B4-BE49-F238E27FC236}">
                <a16:creationId xmlns:a16="http://schemas.microsoft.com/office/drawing/2014/main" id="{1D46E8A0-B6BB-1D40-8410-044E5B20399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168648" y="5277245"/>
            <a:ext cx="3854704" cy="252476"/>
          </a:xfrm>
          <a:prstGeom prst="rect">
            <a:avLst/>
          </a:prstGeom>
        </p:spPr>
      </p:pic>
      <p:sp>
        <p:nvSpPr>
          <p:cNvPr id="3" name="TextBox 2">
            <a:extLst>
              <a:ext uri="{FF2B5EF4-FFF2-40B4-BE49-F238E27FC236}">
                <a16:creationId xmlns:a16="http://schemas.microsoft.com/office/drawing/2014/main" id="{D4747904-A0FC-F14A-9236-E3A1ADBB8DEF}"/>
              </a:ext>
            </a:extLst>
          </p:cNvPr>
          <p:cNvSpPr txBox="1"/>
          <p:nvPr userDrawn="1"/>
        </p:nvSpPr>
        <p:spPr>
          <a:xfrm>
            <a:off x="4851400" y="7247467"/>
            <a:ext cx="184731" cy="369332"/>
          </a:xfrm>
          <a:prstGeom prst="rect">
            <a:avLst/>
          </a:prstGeom>
          <a:noFill/>
        </p:spPr>
        <p:txBody>
          <a:bodyPr wrap="none" rtlCol="0">
            <a:spAutoFit/>
          </a:bodyPr>
          <a:lstStyle/>
          <a:p>
            <a:endParaRPr lang="en-US"/>
          </a:p>
        </p:txBody>
      </p:sp>
      <p:pic>
        <p:nvPicPr>
          <p:cNvPr id="24" name="Picture 23" title="University of Waterloo">
            <a:extLst>
              <a:ext uri="{FF2B5EF4-FFF2-40B4-BE49-F238E27FC236}">
                <a16:creationId xmlns:a16="http://schemas.microsoft.com/office/drawing/2014/main" id="{20257D9E-F7C4-F945-A5BF-B227315677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3985" t="13985" r="13985" b="13985"/>
          <a:stretch/>
        </p:blipFill>
        <p:spPr bwMode="gray">
          <a:xfrm>
            <a:off x="4015977" y="1407095"/>
            <a:ext cx="4160045" cy="2702047"/>
          </a:xfrm>
          <a:prstGeom prst="rect">
            <a:avLst/>
          </a:prstGeom>
          <a:effectLst/>
        </p:spPr>
      </p:pic>
    </p:spTree>
    <p:extLst>
      <p:ext uri="{BB962C8B-B14F-4D97-AF65-F5344CB8AC3E}">
        <p14:creationId xmlns:p14="http://schemas.microsoft.com/office/powerpoint/2010/main" val="3989837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image" Target="../media/image5.png"/><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theme" Target="../theme/theme2.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 descr="University of Waterloo"/>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1" y="1"/>
            <a:ext cx="12204700"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609600" y="274639"/>
            <a:ext cx="10972800" cy="1068387"/>
          </a:xfrm>
          <a:prstGeom prst="rect">
            <a:avLst/>
          </a:prstGeom>
        </p:spPr>
        <p:txBody>
          <a:bodyPr vert="horz" lIns="91440" tIns="45720" rIns="91440" bIns="45720" rtlCol="0" anchor="b" anchorCtr="0">
            <a:normAutofit/>
          </a:bodyPr>
          <a:lstStyle/>
          <a:p>
            <a:r>
              <a:rPr lang="en-US" dirty="0"/>
              <a:t>CLICK TO EDIT TITLE</a:t>
            </a:r>
          </a:p>
        </p:txBody>
      </p:sp>
      <p:sp>
        <p:nvSpPr>
          <p:cNvPr id="3" name="Text Placeholder 2"/>
          <p:cNvSpPr>
            <a:spLocks noGrp="1"/>
          </p:cNvSpPr>
          <p:nvPr>
            <p:ph type="body" idx="1"/>
          </p:nvPr>
        </p:nvSpPr>
        <p:spPr>
          <a:xfrm>
            <a:off x="609600" y="1433513"/>
            <a:ext cx="10972800" cy="43100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910168" y="6173789"/>
            <a:ext cx="7330017"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solidFill>
                <a:latin typeface="Arial"/>
                <a:ea typeface="+mn-ea"/>
                <a:cs typeface="Aria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9A89637F-78DD-42D1-9E20-21B46F5059B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48" r:id="rId1"/>
    <p:sldLayoutId id="2147483744" r:id="rId2"/>
    <p:sldLayoutId id="2147483745" r:id="rId3"/>
    <p:sldLayoutId id="2147483746" r:id="rId4"/>
    <p:sldLayoutId id="2147483749" r:id="rId5"/>
    <p:sldLayoutId id="2147483747" r:id="rId6"/>
    <p:sldLayoutId id="2147483750" r:id="rId7"/>
    <p:sldLayoutId id="2147483751" r:id="rId8"/>
  </p:sldLayoutIdLst>
  <p:hf sldNum="0" hdr="0" dt="0"/>
  <p:txStyles>
    <p:titleStyle>
      <a:lvl1pPr algn="l" defTabSz="457200" rtl="0" eaLnBrk="1" fontAlgn="base" hangingPunct="1">
        <a:spcBef>
          <a:spcPct val="0"/>
        </a:spcBef>
        <a:spcAft>
          <a:spcPct val="0"/>
        </a:spcAft>
        <a:defRPr sz="3200" b="1" kern="1200" cap="all" spc="300">
          <a:solidFill>
            <a:schemeClr val="accent1"/>
          </a:solidFill>
          <a:latin typeface="Arial"/>
          <a:ea typeface="MS PGothic" panose="020B0600070205080204" pitchFamily="34" charset="-128"/>
          <a:cs typeface="Arial"/>
        </a:defRPr>
      </a:lvl1pPr>
      <a:lvl2pPr algn="l" defTabSz="457200" rtl="0" eaLnBrk="1" fontAlgn="base" hangingPunct="1">
        <a:spcBef>
          <a:spcPct val="0"/>
        </a:spcBef>
        <a:spcAft>
          <a:spcPct val="0"/>
        </a:spcAft>
        <a:defRPr sz="3200" b="1">
          <a:solidFill>
            <a:schemeClr val="accent1"/>
          </a:solidFill>
          <a:latin typeface="Arial" charset="0"/>
          <a:ea typeface="MS PGothic" panose="020B0600070205080204" pitchFamily="34" charset="-128"/>
          <a:cs typeface="Arial" panose="020B0604020202020204" pitchFamily="34" charset="0"/>
        </a:defRPr>
      </a:lvl2pPr>
      <a:lvl3pPr algn="l" defTabSz="457200" rtl="0" eaLnBrk="1" fontAlgn="base" hangingPunct="1">
        <a:spcBef>
          <a:spcPct val="0"/>
        </a:spcBef>
        <a:spcAft>
          <a:spcPct val="0"/>
        </a:spcAft>
        <a:defRPr sz="3200" b="1">
          <a:solidFill>
            <a:schemeClr val="accent1"/>
          </a:solidFill>
          <a:latin typeface="Arial" charset="0"/>
          <a:ea typeface="MS PGothic" panose="020B0600070205080204" pitchFamily="34" charset="-128"/>
          <a:cs typeface="Arial" panose="020B0604020202020204" pitchFamily="34" charset="0"/>
        </a:defRPr>
      </a:lvl3pPr>
      <a:lvl4pPr algn="l" defTabSz="457200" rtl="0" eaLnBrk="1" fontAlgn="base" hangingPunct="1">
        <a:spcBef>
          <a:spcPct val="0"/>
        </a:spcBef>
        <a:spcAft>
          <a:spcPct val="0"/>
        </a:spcAft>
        <a:defRPr sz="3200" b="1">
          <a:solidFill>
            <a:schemeClr val="accent1"/>
          </a:solidFill>
          <a:latin typeface="Arial" charset="0"/>
          <a:ea typeface="MS PGothic" panose="020B0600070205080204" pitchFamily="34" charset="-128"/>
          <a:cs typeface="Arial" panose="020B0604020202020204" pitchFamily="34" charset="0"/>
        </a:defRPr>
      </a:lvl4pPr>
      <a:lvl5pPr algn="l" defTabSz="457200" rtl="0" eaLnBrk="1" fontAlgn="base" hangingPunct="1">
        <a:spcBef>
          <a:spcPct val="0"/>
        </a:spcBef>
        <a:spcAft>
          <a:spcPct val="0"/>
        </a:spcAft>
        <a:defRPr sz="3200" b="1">
          <a:solidFill>
            <a:schemeClr val="accent1"/>
          </a:solidFill>
          <a:latin typeface="Arial" charset="0"/>
          <a:ea typeface="MS PGothic" panose="020B0600070205080204" pitchFamily="34" charset="-128"/>
          <a:cs typeface="Arial" panose="020B0604020202020204" pitchFamily="34" charset="0"/>
        </a:defRPr>
      </a:lvl5pPr>
      <a:lvl6pPr marL="457200" algn="l" defTabSz="457200" rtl="0" eaLnBrk="1" fontAlgn="base" hangingPunct="1">
        <a:spcBef>
          <a:spcPct val="0"/>
        </a:spcBef>
        <a:spcAft>
          <a:spcPct val="0"/>
        </a:spcAft>
        <a:defRPr sz="3200" b="1">
          <a:solidFill>
            <a:schemeClr val="accent1"/>
          </a:solidFill>
          <a:latin typeface="Arial" charset="0"/>
          <a:ea typeface="ＭＳ Ｐゴシック" charset="0"/>
        </a:defRPr>
      </a:lvl6pPr>
      <a:lvl7pPr marL="914400" algn="l" defTabSz="457200" rtl="0" eaLnBrk="1" fontAlgn="base" hangingPunct="1">
        <a:spcBef>
          <a:spcPct val="0"/>
        </a:spcBef>
        <a:spcAft>
          <a:spcPct val="0"/>
        </a:spcAft>
        <a:defRPr sz="3200" b="1">
          <a:solidFill>
            <a:schemeClr val="accent1"/>
          </a:solidFill>
          <a:latin typeface="Arial" charset="0"/>
          <a:ea typeface="ＭＳ Ｐゴシック" charset="0"/>
        </a:defRPr>
      </a:lvl7pPr>
      <a:lvl8pPr marL="1371600" algn="l" defTabSz="457200" rtl="0" eaLnBrk="1" fontAlgn="base" hangingPunct="1">
        <a:spcBef>
          <a:spcPct val="0"/>
        </a:spcBef>
        <a:spcAft>
          <a:spcPct val="0"/>
        </a:spcAft>
        <a:defRPr sz="3200" b="1">
          <a:solidFill>
            <a:schemeClr val="accent1"/>
          </a:solidFill>
          <a:latin typeface="Arial" charset="0"/>
          <a:ea typeface="ＭＳ Ｐゴシック" charset="0"/>
        </a:defRPr>
      </a:lvl8pPr>
      <a:lvl9pPr marL="1828800" algn="l" defTabSz="457200" rtl="0" eaLnBrk="1" fontAlgn="base" hangingPunct="1">
        <a:spcBef>
          <a:spcPct val="0"/>
        </a:spcBef>
        <a:spcAft>
          <a:spcPct val="0"/>
        </a:spcAft>
        <a:defRPr sz="3200" b="1">
          <a:solidFill>
            <a:schemeClr val="accent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800" kern="1200" spc="200">
          <a:solidFill>
            <a:schemeClr val="tx1"/>
          </a:solidFill>
          <a:latin typeface="Arial"/>
          <a:ea typeface="MS PGothic" panose="020B0600070205080204" pitchFamily="34" charset="-128"/>
          <a:cs typeface="Arial"/>
        </a:defRPr>
      </a:lvl1pPr>
      <a:lvl2pPr marL="742950" indent="-285750" algn="l" defTabSz="457200" rtl="0" eaLnBrk="1" fontAlgn="base" hangingPunct="1">
        <a:spcBef>
          <a:spcPct val="20000"/>
        </a:spcBef>
        <a:spcAft>
          <a:spcPct val="0"/>
        </a:spcAft>
        <a:buSzPct val="70000"/>
        <a:buBlip>
          <a:blip r:embed="rId11"/>
        </a:buBlip>
        <a:defRPr sz="2400" kern="1200" spc="200">
          <a:solidFill>
            <a:schemeClr val="tx1"/>
          </a:solidFill>
          <a:latin typeface="Arial"/>
          <a:ea typeface="MS PGothic" panose="020B0600070205080204" pitchFamily="34" charset="-128"/>
          <a:cs typeface="Arial"/>
        </a:defRPr>
      </a:lvl2pPr>
      <a:lvl3pPr marL="1143000" indent="-228600" algn="l" defTabSz="457200" rtl="0" eaLnBrk="1" fontAlgn="base" hangingPunct="1">
        <a:spcBef>
          <a:spcPct val="20000"/>
        </a:spcBef>
        <a:spcAft>
          <a:spcPct val="0"/>
        </a:spcAft>
        <a:buFont typeface="Arial" panose="020B0604020202020204" pitchFamily="34" charset="0"/>
        <a:buChar char="•"/>
        <a:defRPr kern="1200" spc="200">
          <a:solidFill>
            <a:schemeClr val="tx1"/>
          </a:solidFill>
          <a:latin typeface="Arial"/>
          <a:ea typeface="MS PGothic" panose="020B0600070205080204" pitchFamily="34" charset="-128"/>
          <a:cs typeface="Arial"/>
        </a:defRPr>
      </a:lvl3pPr>
      <a:lvl4pPr marL="1600200" indent="-228600" algn="l" defTabSz="457200" rtl="0" eaLnBrk="1" fontAlgn="base" hangingPunct="1">
        <a:spcBef>
          <a:spcPct val="20000"/>
        </a:spcBef>
        <a:spcAft>
          <a:spcPct val="0"/>
        </a:spcAft>
        <a:buFont typeface="Arial" panose="020B0604020202020204" pitchFamily="34" charset="0"/>
        <a:buChar char="–"/>
        <a:defRPr sz="1400" kern="1200" spc="200">
          <a:solidFill>
            <a:schemeClr val="tx1"/>
          </a:solidFill>
          <a:latin typeface="Arial"/>
          <a:ea typeface="MS PGothic" panose="020B0600070205080204" pitchFamily="34" charset="-128"/>
          <a:cs typeface="Arial"/>
        </a:defRPr>
      </a:lvl4pPr>
      <a:lvl5pPr marL="2057400" indent="-228600" algn="l" defTabSz="457200" rtl="0" eaLnBrk="1" fontAlgn="base" hangingPunct="1">
        <a:spcBef>
          <a:spcPct val="20000"/>
        </a:spcBef>
        <a:spcAft>
          <a:spcPct val="0"/>
        </a:spcAft>
        <a:buFont typeface="Arial" panose="020B0604020202020204" pitchFamily="34" charset="0"/>
        <a:buChar char="»"/>
        <a:defRPr sz="1200" kern="1200" spc="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4"/>
          <a:stretch>
            <a:fillRect/>
          </a:stretch>
        </p:blipFill>
        <p:spPr>
          <a:xfrm>
            <a:off x="9790545" y="6147742"/>
            <a:ext cx="2060466" cy="527423"/>
          </a:xfrm>
          <a:prstGeom prst="rect">
            <a:avLst/>
          </a:prstGeom>
        </p:spPr>
      </p:pic>
      <p:sp>
        <p:nvSpPr>
          <p:cNvPr id="2" name="Title Placeholder 1"/>
          <p:cNvSpPr>
            <a:spLocks noGrp="1"/>
          </p:cNvSpPr>
          <p:nvPr>
            <p:ph type="title"/>
          </p:nvPr>
        </p:nvSpPr>
        <p:spPr>
          <a:xfrm>
            <a:off x="259883" y="434108"/>
            <a:ext cx="11569729" cy="89592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9882" y="1413163"/>
            <a:ext cx="11569729"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38014" y="6335309"/>
            <a:ext cx="1181114"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FC21BD12-27A5-47C3-8C26-C42D14332399}" type="datetime1">
              <a:rPr lang="en-US" smtClean="0"/>
              <a:t>5/9/2026</a:t>
            </a:fld>
            <a:endParaRPr lang="en-US"/>
          </a:p>
        </p:txBody>
      </p:sp>
      <p:sp>
        <p:nvSpPr>
          <p:cNvPr id="5" name="Footer Placeholder 4"/>
          <p:cNvSpPr>
            <a:spLocks noGrp="1"/>
          </p:cNvSpPr>
          <p:nvPr>
            <p:ph type="ftr" sz="quarter" idx="3"/>
          </p:nvPr>
        </p:nvSpPr>
        <p:spPr>
          <a:xfrm>
            <a:off x="259882" y="6335309"/>
            <a:ext cx="5226517" cy="250337"/>
          </a:xfrm>
          <a:prstGeom prst="rect">
            <a:avLst/>
          </a:prstGeom>
        </p:spPr>
        <p:txBody>
          <a:bodyPr vert="horz" lIns="91440" tIns="45720" rIns="91440" bIns="45720" rtlCol="0" anchor="ctr"/>
          <a:lstStyle>
            <a:lvl1pPr algn="l">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LMS Review Kick-Off June 2022</a:t>
            </a:r>
          </a:p>
        </p:txBody>
      </p:sp>
      <p:sp>
        <p:nvSpPr>
          <p:cNvPr id="6" name="Slide Number Placeholder 5"/>
          <p:cNvSpPr>
            <a:spLocks noGrp="1"/>
          </p:cNvSpPr>
          <p:nvPr>
            <p:ph type="sldNum" sz="quarter" idx="4"/>
          </p:nvPr>
        </p:nvSpPr>
        <p:spPr>
          <a:xfrm>
            <a:off x="5588000" y="6335309"/>
            <a:ext cx="1016000"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PAGE  </a:t>
            </a:r>
            <a:fld id="{93005692-73BE-493E-93AB-ECD6027A7652}" type="slidenum">
              <a:rPr lang="en-US" smtClean="0"/>
              <a:pPr/>
              <a:t>‹#›</a:t>
            </a:fld>
            <a:endParaRPr lang="en-US"/>
          </a:p>
        </p:txBody>
      </p:sp>
      <p:grpSp>
        <p:nvGrpSpPr>
          <p:cNvPr id="15" name="Group 14"/>
          <p:cNvGrpSpPr/>
          <p:nvPr userDrawn="1"/>
        </p:nvGrpSpPr>
        <p:grpSpPr>
          <a:xfrm>
            <a:off x="0" y="0"/>
            <a:ext cx="12192000" cy="397164"/>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0978943"/>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85000"/>
        </a:lnSpc>
        <a:spcBef>
          <a:spcPct val="0"/>
        </a:spcBef>
        <a:buNone/>
        <a:defRPr sz="4000" b="1" kern="1200" spc="50" baseline="0">
          <a:solidFill>
            <a:schemeClr val="tx1"/>
          </a:solidFill>
          <a:latin typeface="+mj-lt"/>
          <a:ea typeface="+mj-ea"/>
          <a:cs typeface="+mj-cs"/>
        </a:defRPr>
      </a:lvl1pPr>
    </p:titleStyle>
    <p:bodyStyle>
      <a:lvl1pPr marL="288925" indent="-288925" algn="l" defTabSz="914400"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hyperlink" Target="https://uwaterloo.ca/ist-project-management-office/methodologies/project-management/initiation/stakeholder-register" TargetMode="External"/><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hyperlink" Target="https://uwaterloo.ca/ist-project-management-office/methodologies/project-management/execution" TargetMode="External"/><Relationship Id="rId4" Type="http://schemas.openxmlformats.org/officeDocument/2006/relationships/hyperlink" Target="https://uwaterloo.ca/ist-project-management-office/methodologies/project-management/planning/project-management-plan"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2740" y="504285"/>
            <a:ext cx="4187096" cy="2698310"/>
          </a:xfrm>
        </p:spPr>
        <p:txBody>
          <a:bodyPr vert="horz" lIns="0" tIns="45720" rIns="91440" bIns="45720" rtlCol="0" anchor="b">
            <a:normAutofit/>
          </a:bodyPr>
          <a:lstStyle/>
          <a:p>
            <a:endParaRPr lang="en-US" sz="4600" b="1" kern="1200" cap="all" spc="50" baseline="0" dirty="0">
              <a:latin typeface="Arial" panose="020B0604020202020204" pitchFamily="34" charset="0"/>
              <a:ea typeface="+mj-ea"/>
              <a:cs typeface="Arial" panose="020B0604020202020204" pitchFamily="34" charset="0"/>
            </a:endParaRPr>
          </a:p>
        </p:txBody>
      </p:sp>
      <p:sp>
        <p:nvSpPr>
          <p:cNvPr id="3" name="TextBox 2">
            <a:extLst>
              <a:ext uri="{FF2B5EF4-FFF2-40B4-BE49-F238E27FC236}">
                <a16:creationId xmlns:a16="http://schemas.microsoft.com/office/drawing/2014/main" id="{A67EB0BA-F0B5-4156-80C5-D2865527237E}"/>
              </a:ext>
            </a:extLst>
          </p:cNvPr>
          <p:cNvSpPr txBox="1"/>
          <p:nvPr/>
        </p:nvSpPr>
        <p:spPr>
          <a:xfrm>
            <a:off x="452740" y="4266821"/>
            <a:ext cx="5486243" cy="1194179"/>
          </a:xfrm>
          <a:prstGeom prst="rect">
            <a:avLst/>
          </a:prstGeom>
        </p:spPr>
        <p:txBody>
          <a:bodyPr vert="horz" lIns="0" tIns="45720" rIns="91440" bIns="45720" rtlCol="0" anchor="t">
            <a:normAutofit/>
          </a:bodyPr>
          <a:lstStyle/>
          <a:p>
            <a:pPr>
              <a:lnSpc>
                <a:spcPct val="90000"/>
              </a:lnSpc>
              <a:spcBef>
                <a:spcPts val="800"/>
              </a:spcBef>
              <a:spcAft>
                <a:spcPts val="800"/>
              </a:spcAft>
            </a:pPr>
            <a:endParaRPr lang="en-US" dirty="0">
              <a:solidFill>
                <a:schemeClr val="bg1">
                  <a:lumMod val="85000"/>
                </a:schemeClr>
              </a:solidFill>
              <a:latin typeface="Arial" panose="020B0604020202020204" pitchFamily="34" charset="0"/>
              <a:ea typeface="+mn-ea"/>
              <a:cs typeface="Arial" panose="020B0604020202020204" pitchFamily="34" charset="0"/>
            </a:endParaRPr>
          </a:p>
          <a:p>
            <a:pPr>
              <a:lnSpc>
                <a:spcPct val="90000"/>
              </a:lnSpc>
              <a:spcBef>
                <a:spcPts val="800"/>
              </a:spcBef>
              <a:spcAft>
                <a:spcPts val="800"/>
              </a:spcAft>
              <a:buClr>
                <a:schemeClr val="tx1"/>
              </a:buClr>
              <a:buSzPct val="85000"/>
            </a:pPr>
            <a:r>
              <a:rPr lang="en-US" sz="1300" b="0" kern="1200" baseline="0" dirty="0">
                <a:solidFill>
                  <a:schemeClr val="bg1">
                    <a:lumMod val="85000"/>
                  </a:schemeClr>
                </a:solidFill>
                <a:latin typeface="Arial" panose="020B0604020202020204" pitchFamily="34" charset="0"/>
                <a:cs typeface="Arial" panose="020B0604020202020204" pitchFamily="34" charset="0"/>
              </a:rPr>
              <a:t>January 2026  |  FUE University</a:t>
            </a:r>
          </a:p>
        </p:txBody>
      </p:sp>
      <p:sp>
        <p:nvSpPr>
          <p:cNvPr id="12" name="Footer Placeholder 3">
            <a:extLst>
              <a:ext uri="{FF2B5EF4-FFF2-40B4-BE49-F238E27FC236}">
                <a16:creationId xmlns:a16="http://schemas.microsoft.com/office/drawing/2014/main" id="{0DA71A25-2E5A-C9FC-E79F-A7F29E100A2A}"/>
              </a:ext>
            </a:extLst>
          </p:cNvPr>
          <p:cNvSpPr>
            <a:spLocks noGrp="1"/>
          </p:cNvSpPr>
          <p:nvPr>
            <p:ph type="ftr" sz="quarter" idx="11"/>
          </p:nvPr>
        </p:nvSpPr>
        <p:spPr>
          <a:xfrm>
            <a:off x="6623674" y="6377231"/>
            <a:ext cx="4293708" cy="250337"/>
          </a:xfrm>
        </p:spPr>
        <p:txBody>
          <a:bodyPr vert="horz" lIns="91440" tIns="45720" rIns="91440" bIns="45720" rtlCol="0" anchor="ctr">
            <a:normAutofit fontScale="92500" lnSpcReduction="10000"/>
          </a:bodyPr>
          <a:lstStyle/>
          <a:p>
            <a:pPr>
              <a:spcAft>
                <a:spcPts val="600"/>
              </a:spcAft>
            </a:pPr>
            <a:r>
              <a:rPr lang="en-US" kern="1200">
                <a:latin typeface="Verdana" panose="020B0604030504040204" pitchFamily="34" charset="0"/>
                <a:ea typeface="Verdana" panose="020B0604030504040204" pitchFamily="34" charset="0"/>
                <a:cs typeface="Verdana" panose="020B0604030504040204" pitchFamily="34" charset="0"/>
              </a:rPr>
              <a:t>IISS Project Kick-off  2026</a:t>
            </a:r>
          </a:p>
        </p:txBody>
      </p:sp>
      <p:sp>
        <p:nvSpPr>
          <p:cNvPr id="13" name="Slide Number Placeholder 4">
            <a:extLst>
              <a:ext uri="{FF2B5EF4-FFF2-40B4-BE49-F238E27FC236}">
                <a16:creationId xmlns:a16="http://schemas.microsoft.com/office/drawing/2014/main" id="{830642BC-D0C5-C52C-301E-733841E3755E}"/>
              </a:ext>
            </a:extLst>
          </p:cNvPr>
          <p:cNvSpPr>
            <a:spLocks noGrp="1"/>
          </p:cNvSpPr>
          <p:nvPr>
            <p:ph type="sldNum" sz="quarter" idx="12"/>
          </p:nvPr>
        </p:nvSpPr>
        <p:spPr>
          <a:xfrm>
            <a:off x="11148416" y="6377231"/>
            <a:ext cx="553900" cy="250337"/>
          </a:xfrm>
        </p:spPr>
        <p:txBody>
          <a:bodyPr vert="horz" lIns="91440" tIns="45720" rIns="91440" bIns="45720" rtlCol="0" anchor="ctr">
            <a:normAutofit fontScale="92500" lnSpcReduction="10000"/>
          </a:bodyPr>
          <a:lstStyle/>
          <a:p>
            <a:pPr>
              <a:spcAft>
                <a:spcPts val="600"/>
              </a:spcAft>
            </a:pPr>
            <a:fld id="{93005692-73BE-493E-93AB-ECD6027A7652}" type="slidenum">
              <a:rPr lang="en-US" smtClean="0"/>
              <a:pPr>
                <a:spcAft>
                  <a:spcPts val="600"/>
                </a:spcAft>
              </a:pPr>
              <a:t>1</a:t>
            </a:fld>
            <a:endParaRPr lang="en-US"/>
          </a:p>
        </p:txBody>
      </p:sp>
      <p:pic>
        <p:nvPicPr>
          <p:cNvPr id="5" name="Picture 5" descr="A picture containing tree, sky, outdoor, grass&#10;&#10;Description automatically generated">
            <a:extLst>
              <a:ext uri="{FF2B5EF4-FFF2-40B4-BE49-F238E27FC236}">
                <a16:creationId xmlns:a16="http://schemas.microsoft.com/office/drawing/2014/main" id="{B5CB11B5-DB82-3565-FCB8-9D43F4D77FE4}"/>
              </a:ext>
            </a:extLst>
          </p:cNvPr>
          <p:cNvPicPr>
            <a:picLocks noChangeAspect="1"/>
          </p:cNvPicPr>
          <p:nvPr/>
        </p:nvPicPr>
        <p:blipFill>
          <a:blip r:embed="rId3"/>
          <a:stretch>
            <a:fillRect/>
          </a:stretch>
        </p:blipFill>
        <p:spPr>
          <a:xfrm>
            <a:off x="4711910" y="423663"/>
            <a:ext cx="7477592" cy="6435394"/>
          </a:xfrm>
          <a:prstGeom prst="rect">
            <a:avLst/>
          </a:prstGeom>
        </p:spPr>
      </p:pic>
    </p:spTree>
    <p:extLst>
      <p:ext uri="{BB962C8B-B14F-4D97-AF65-F5344CB8AC3E}">
        <p14:creationId xmlns:p14="http://schemas.microsoft.com/office/powerpoint/2010/main" val="1996130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Kick-off Meeting Agenda</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612364"/>
            <a:ext cx="10972800" cy="4310062"/>
          </a:xfrm>
          <a:noFill/>
        </p:spPr>
        <p:txBody>
          <a:bodyPr vert="horz" lIns="68580" tIns="34290" rIns="68580" bIns="34290" rtlCol="0">
            <a:normAutofit/>
          </a:bodyPr>
          <a:lstStyle/>
          <a:p>
            <a:pPr>
              <a:defRPr/>
            </a:pPr>
            <a:r>
              <a:rPr lang="en-US" sz="2800" dirty="0">
                <a:latin typeface="Arial" panose="020B0604020202020204" pitchFamily="34" charset="0"/>
                <a:cs typeface="Arial" panose="020B0604020202020204" pitchFamily="34" charset="0"/>
              </a:rPr>
              <a:t>Introductions</a:t>
            </a:r>
          </a:p>
          <a:p>
            <a:pPr>
              <a:defRPr/>
            </a:pPr>
            <a:r>
              <a:rPr lang="en-US" sz="2800" dirty="0">
                <a:latin typeface="Arial" panose="020B0604020202020204" pitchFamily="34" charset="0"/>
                <a:cs typeface="Arial" panose="020B0604020202020204" pitchFamily="34" charset="0"/>
              </a:rPr>
              <a:t>Message from Project Sponsor</a:t>
            </a:r>
          </a:p>
          <a:p>
            <a:pPr>
              <a:defRPr/>
            </a:pPr>
            <a:r>
              <a:rPr lang="en-US" sz="2800" dirty="0">
                <a:latin typeface="Arial" panose="020B0604020202020204" pitchFamily="34" charset="0"/>
                <a:cs typeface="Arial" panose="020B0604020202020204" pitchFamily="34" charset="0"/>
              </a:rPr>
              <a:t>Round table discussion – Lessons learned from other projects</a:t>
            </a:r>
          </a:p>
          <a:p>
            <a:pPr>
              <a:defRPr/>
            </a:pPr>
            <a:r>
              <a:rPr lang="en-US" sz="2800" dirty="0">
                <a:latin typeface="Arial" panose="020B0604020202020204" pitchFamily="34" charset="0"/>
                <a:cs typeface="Arial" panose="020B0604020202020204" pitchFamily="34" charset="0"/>
              </a:rPr>
              <a:t>Review of Project Charter</a:t>
            </a:r>
          </a:p>
          <a:p>
            <a:pPr>
              <a:defRPr/>
            </a:pPr>
            <a:r>
              <a:rPr lang="en-US" sz="2800" dirty="0">
                <a:latin typeface="Arial" panose="020B0604020202020204" pitchFamily="34" charset="0"/>
                <a:cs typeface="Arial" panose="020B0604020202020204" pitchFamily="34" charset="0"/>
              </a:rPr>
              <a:t>Next Steps</a:t>
            </a:r>
          </a:p>
          <a:p>
            <a:pPr>
              <a:defRPr/>
            </a:pPr>
            <a:r>
              <a:rPr lang="en-US" sz="2800" dirty="0">
                <a:latin typeface="Arial" panose="020B0604020202020204" pitchFamily="34" charset="0"/>
                <a:cs typeface="Arial" panose="020B0604020202020204" pitchFamily="34" charset="0"/>
              </a:rPr>
              <a:t>Questions &amp; Discussion</a:t>
            </a:r>
          </a:p>
        </p:txBody>
      </p:sp>
    </p:spTree>
    <p:extLst>
      <p:ext uri="{BB962C8B-B14F-4D97-AF65-F5344CB8AC3E}">
        <p14:creationId xmlns:p14="http://schemas.microsoft.com/office/powerpoint/2010/main" val="3214016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B71D9-601E-9DE9-67A2-931BC244A7C2}"/>
              </a:ext>
            </a:extLst>
          </p:cNvPr>
          <p:cNvSpPr>
            <a:spLocks noGrp="1"/>
          </p:cNvSpPr>
          <p:nvPr>
            <p:ph type="body" sz="quarter" idx="13"/>
          </p:nvPr>
        </p:nvSpPr>
        <p:spPr/>
        <p:txBody>
          <a:bodyPr vert="horz" lIns="91440" tIns="45720" rIns="91440" bIns="45720" rtlCol="0" anchor="t">
            <a:normAutofit/>
          </a:bodyPr>
          <a:lstStyle/>
          <a:p>
            <a:r>
              <a:rPr lang="en-US" dirty="0"/>
              <a:t>The AI-Powered Interview Simulation Platform</a:t>
            </a:r>
          </a:p>
        </p:txBody>
      </p:sp>
      <p:sp>
        <p:nvSpPr>
          <p:cNvPr id="2" name="Title 1">
            <a:extLst>
              <a:ext uri="{FF2B5EF4-FFF2-40B4-BE49-F238E27FC236}">
                <a16:creationId xmlns:a16="http://schemas.microsoft.com/office/drawing/2014/main" id="{9429FAB2-39B0-D6E6-DC06-F6A97D0A3591}"/>
              </a:ext>
            </a:extLst>
          </p:cNvPr>
          <p:cNvSpPr>
            <a:spLocks noGrp="1"/>
          </p:cNvSpPr>
          <p:nvPr>
            <p:ph type="title"/>
          </p:nvPr>
        </p:nvSpPr>
        <p:spPr/>
        <p:txBody>
          <a:bodyPr/>
          <a:lstStyle/>
          <a:p>
            <a:r>
              <a:rPr lang="en-US"/>
              <a:t>Welcome and Background</a:t>
            </a:r>
          </a:p>
        </p:txBody>
      </p:sp>
    </p:spTree>
    <p:extLst>
      <p:ext uri="{BB962C8B-B14F-4D97-AF65-F5344CB8AC3E}">
        <p14:creationId xmlns:p14="http://schemas.microsoft.com/office/powerpoint/2010/main" val="1729303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Introductions</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612364"/>
            <a:ext cx="10972800" cy="4310062"/>
          </a:xfrm>
          <a:noFill/>
        </p:spPr>
        <p:txBody>
          <a:bodyPr vert="horz" lIns="68580" tIns="34290" rIns="68580" bIns="34290" rtlCol="0">
            <a:normAutofit/>
          </a:bodyPr>
          <a:lstStyle/>
          <a:p>
            <a:pPr>
              <a:defRPr/>
            </a:pPr>
            <a:r>
              <a:rPr lang="en-US" sz="2800" dirty="0">
                <a:latin typeface="Arial" panose="020B0604020202020204" pitchFamily="34" charset="0"/>
                <a:cs typeface="Arial" panose="020B0604020202020204" pitchFamily="34" charset="0"/>
              </a:rPr>
              <a:t>IISS Development Team (6 Members):</a:t>
            </a:r>
          </a:p>
          <a:p>
            <a:pPr>
              <a:defRPr/>
            </a:pPr>
            <a:r>
              <a:rPr lang="en-US" sz="2800" dirty="0">
                <a:latin typeface="Arial" panose="020B0604020202020204" pitchFamily="34" charset="0"/>
                <a:cs typeface="Arial" panose="020B0604020202020204" pitchFamily="34" charset="0"/>
              </a:rPr>
              <a:t>Seraj Mokhtar |  Khaled —Backend Developer |</a:t>
            </a:r>
            <a:r>
              <a:rPr lang="en-US" sz="2800" dirty="0" err="1">
                <a:latin typeface="Arial" panose="020B0604020202020204" pitchFamily="34" charset="0"/>
                <a:cs typeface="Arial" panose="020B0604020202020204" pitchFamily="34" charset="0"/>
              </a:rPr>
              <a:t>Seif,shahd</a:t>
            </a:r>
            <a:r>
              <a:rPr lang="en-US" sz="2800" dirty="0">
                <a:latin typeface="Arial" panose="020B0604020202020204" pitchFamily="34" charset="0"/>
                <a:cs typeface="Arial" panose="020B0604020202020204" pitchFamily="34" charset="0"/>
              </a:rPr>
              <a:t> — Mobile Developer (Flutter)  Frontend Developer |  </a:t>
            </a:r>
            <a:r>
              <a:rPr lang="en-US" sz="2800" dirty="0" err="1">
                <a:latin typeface="Arial" panose="020B0604020202020204" pitchFamily="34" charset="0"/>
                <a:cs typeface="Arial" panose="020B0604020202020204" pitchFamily="34" charset="0"/>
              </a:rPr>
              <a:t>Malak|gamal</a:t>
            </a:r>
            <a:r>
              <a:rPr lang="en-US" sz="2800" dirty="0">
                <a:latin typeface="Arial" panose="020B0604020202020204" pitchFamily="34" charset="0"/>
                <a:cs typeface="Arial" panose="020B0604020202020204" pitchFamily="34" charset="0"/>
              </a:rPr>
              <a:t> — AI Engineer  |  Shahd — UI/UX Designer &amp; Communications</a:t>
            </a:r>
          </a:p>
        </p:txBody>
      </p:sp>
    </p:spTree>
    <p:extLst>
      <p:ext uri="{BB962C8B-B14F-4D97-AF65-F5344CB8AC3E}">
        <p14:creationId xmlns:p14="http://schemas.microsoft.com/office/powerpoint/2010/main" val="1739352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Project Overview</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330035"/>
            <a:ext cx="10972800" cy="5017036"/>
          </a:xfrm>
          <a:noFill/>
        </p:spPr>
        <p:txBody>
          <a:bodyPr vert="horz" lIns="68580" tIns="34290" rIns="68580" bIns="34290" rtlCol="0">
            <a:normAutofit fontScale="92500" lnSpcReduction="20000"/>
          </a:bodyPr>
          <a:lstStyle/>
          <a:p>
            <a:pPr>
              <a:defRPr/>
            </a:pPr>
            <a:r>
              <a:rPr lang="en-US" sz="2600" dirty="0">
                <a:latin typeface="Arial" panose="020B0604020202020204" pitchFamily="34" charset="0"/>
                <a:cs typeface="Arial" panose="020B0604020202020204" pitchFamily="34" charset="0"/>
              </a:rPr>
              <a:t>The IISS is an AI-powered interview simulation platform:</a:t>
            </a:r>
          </a:p>
          <a:p>
            <a:pPr lvl="1">
              <a:defRPr/>
            </a:pPr>
            <a:r>
              <a:rPr lang="en-US" sz="2600" dirty="0">
                <a:latin typeface="Arial" panose="020B0604020202020204" pitchFamily="34" charset="0"/>
                <a:cs typeface="Arial" panose="020B0604020202020204" pitchFamily="34" charset="0"/>
              </a:rPr>
              <a:t>Candidates practice mock interviews with Deepseek V3.2 (AI interviewer) + AKool Pro (AI avatar) + Whisper API (speech-to-text) + MediaPipe (eye-tracking)</a:t>
            </a:r>
          </a:p>
          <a:p>
            <a:pPr lvl="1" fontAlgn="auto"/>
            <a:r>
              <a:rPr lang="en-US" sz="2600" dirty="0">
                <a:latin typeface="Arial" panose="020B0604020202020204" pitchFamily="34" charset="0"/>
                <a:cs typeface="Arial" panose="020B0604020202020204" pitchFamily="34" charset="0"/>
              </a:rPr>
              <a:t>Recruiters &amp; HR Managers manage and evaluate interview sessions via a dedicated dashboard with AI-generated analytics reports</a:t>
            </a:r>
          </a:p>
          <a:p>
            <a:pPr lvl="1" fontAlgn="auto"/>
            <a:r>
              <a:rPr lang="en-US" sz="2600" dirty="0">
                <a:latin typeface="Arial" panose="020B0604020202020204" pitchFamily="34" charset="0"/>
                <a:cs typeface="Arial" panose="020B0604020202020204" pitchFamily="34" charset="0"/>
              </a:rPr>
              <a:t>Admins manage users, subscription plans (PaymeB), and system configuration through a full Admin Portal</a:t>
            </a:r>
          </a:p>
          <a:p>
            <a:pPr lvl="1" fontAlgn="auto"/>
            <a:r>
              <a:rPr lang="en-US" sz="2600" dirty="0">
                <a:latin typeface="Arial" panose="020B0604020202020204" pitchFamily="34" charset="0"/>
                <a:cs typeface="Arial" panose="020B0604020202020204" pitchFamily="34" charset="0"/>
              </a:rPr>
              <a:t>Applicants receive timed email invitation links to complete real AI interview sessions without prior registration</a:t>
            </a:r>
          </a:p>
          <a:p>
            <a:pPr lvl="1" fontAlgn="auto"/>
            <a:r>
              <a:rPr lang="en-US" sz="2600" dirty="0">
                <a:latin typeface="Arial" panose="020B0604020202020204" pitchFamily="34" charset="0"/>
                <a:cs typeface="Arial" panose="020B0604020202020204" pitchFamily="34" charset="0"/>
              </a:rPr>
              <a:t>Technology Stack: React (Web), Flutter (Mobile), Node.js/Express.js, MongoDB, WebSocket/WebRTC, JWT Authentication</a:t>
            </a:r>
          </a:p>
          <a:p>
            <a:pPr fontAlgn="auto"/>
            <a:endParaRPr lang="en-US" sz="2600" dirty="0">
              <a:latin typeface="Arial" panose="020B0604020202020204" pitchFamily="34" charset="0"/>
              <a:cs typeface="Arial" panose="020B0604020202020204" pitchFamily="34" charset="0"/>
            </a:endParaRPr>
          </a:p>
          <a:p>
            <a:pPr lvl="1">
              <a:defRP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1341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Project Management Approach</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300176"/>
            <a:ext cx="10972800" cy="5123716"/>
          </a:xfrm>
          <a:noFill/>
        </p:spPr>
        <p:txBody>
          <a:bodyPr vert="horz" lIns="68580" tIns="34290" rIns="68580" bIns="34290" rtlCol="0">
            <a:normAutofit fontScale="92500" lnSpcReduction="10000"/>
          </a:bodyPr>
          <a:lstStyle/>
          <a:p>
            <a:pPr>
              <a:defRPr/>
            </a:pPr>
            <a:r>
              <a:rPr lang="en-US" dirty="0">
                <a:latin typeface="Arial" panose="020B0604020202020204" pitchFamily="34" charset="0"/>
                <a:cs typeface="Arial" panose="020B0604020202020204" pitchFamily="34" charset="0"/>
              </a:rPr>
              <a:t>IISS project management approach:</a:t>
            </a:r>
          </a:p>
          <a:p>
            <a:pPr lvl="1"/>
            <a:r>
              <a:rPr lang="en-US" sz="2400" dirty="0">
                <a:latin typeface="Arial" panose="020B0604020202020204" pitchFamily="34" charset="0"/>
                <a:cs typeface="Arial" panose="020B0604020202020204" pitchFamily="34" charset="0"/>
              </a:rPr>
              <a:t>Hybrid Agile-Waterfall methodology with 2-week sprints and clear phase gates</a:t>
            </a:r>
          </a:p>
          <a:p>
            <a:pPr lvl="1"/>
            <a:r>
              <a:rPr lang="en-US" sz="2400" dirty="0">
                <a:latin typeface="Arial" panose="020B0604020202020204" pitchFamily="34" charset="0"/>
                <a:cs typeface="Arial" panose="020B0604020202020204" pitchFamily="34" charset="0"/>
              </a:rPr>
              <a:t>4 life cycle phases:</a:t>
            </a:r>
          </a:p>
          <a:p>
            <a:pPr lvl="2"/>
            <a:r>
              <a:rPr lang="en-US" sz="2400" b="1" dirty="0">
                <a:latin typeface="Arial" panose="020B0604020202020204" pitchFamily="34" charset="0"/>
                <a:cs typeface="Arial" panose="020B0604020202020204" pitchFamily="34" charset="0"/>
                <a:hlinkClick r:id="rId3"/>
              </a:rPr>
              <a:t>Initiation (Jan–Feb 2026): Define scope, roles, architecture, and obtain project charter approval</a:t>
            </a:r>
          </a:p>
          <a:p>
            <a:pPr lvl="2"/>
            <a:r>
              <a:rPr lang="en-US" sz="2400" b="1" dirty="0">
                <a:latin typeface="Arial" panose="020B0604020202020204" pitchFamily="34" charset="0"/>
                <a:cs typeface="Arial" panose="020B0604020202020204" pitchFamily="34" charset="0"/>
                <a:hlinkClick r:id="rId4"/>
              </a:rPr>
              <a:t>Planning (Feb–Mar 2026): Detailed WBS, sprint planning, infrastructure setup, UI/UX prototyping, and AI model selection</a:t>
            </a:r>
          </a:p>
          <a:p>
            <a:pPr lvl="2"/>
            <a:r>
              <a:rPr lang="en-US" sz="2400" b="1" dirty="0">
                <a:latin typeface="Arial" panose="020B0604020202020204" pitchFamily="34" charset="0"/>
                <a:cs typeface="Arial" panose="020B0604020202020204" pitchFamily="34" charset="0"/>
                <a:hlinkClick r:id="rId5"/>
              </a:rPr>
              <a:t>Execution (Mar–Aug 2026): Develop all portals (Admin, Recruiter, Candidate, Applicant), integrate AI pipeline, implement PaymeB and WebRTC</a:t>
            </a:r>
          </a:p>
          <a:p>
            <a:pPr lvl="2"/>
            <a:r>
              <a:rPr lang="en-US" sz="2400" b="1" dirty="0">
                <a:latin typeface="Arial" panose="020B0604020202020204" pitchFamily="34" charset="0"/>
                <a:cs typeface="Arial" panose="020B0604020202020204" pitchFamily="34" charset="0"/>
              </a:rPr>
              <a:t>Closing (Aug–Sep 2026): Integration testing, UAT, final deployment to production, training, documentation, and project closure</a:t>
            </a:r>
          </a:p>
          <a:p>
            <a:pPr lvl="1">
              <a:defRP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50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Sponsor Message</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734284"/>
            <a:ext cx="10972800" cy="5123716"/>
          </a:xfrm>
          <a:noFill/>
        </p:spPr>
        <p:txBody>
          <a:bodyPr vert="horz" lIns="68580" tIns="34290" rIns="68580" bIns="34290" rtlCol="0">
            <a:normAutofit fontScale="92500" lnSpcReduction="20000"/>
          </a:bodyPr>
          <a:lstStyle/>
          <a:p>
            <a:pPr>
              <a:defRPr/>
            </a:pPr>
            <a:r>
              <a:rPr lang="en-US" sz="2800" dirty="0">
                <a:latin typeface="Arial" panose="020B0604020202020204" pitchFamily="34" charset="0"/>
                <a:cs typeface="Arial" panose="020B0604020202020204" pitchFamily="34" charset="0"/>
              </a:rPr>
              <a:t>Background: Candidates lack access to realistic AI-driven interview practice, and recruiters have no automated tools for evaluating candidates at scale. The IISS was proposed to address this gap as an FUE graduation project.</a:t>
            </a:r>
          </a:p>
          <a:p>
            <a:r>
              <a:rPr lang="en-US" sz="2800" dirty="0">
                <a:latin typeface="Arial" panose="020B0604020202020204" pitchFamily="34" charset="0"/>
                <a:cs typeface="Arial" panose="020B0604020202020204" pitchFamily="34" charset="0"/>
              </a:rPr>
              <a:t>Current State: Traditional interview preparation relies on mock interviews with human reviewers. Recruitment evaluation is manual, subjective, and time-consuming. No integrated platform exists combining AI simulation, real-time behavioral analysis, and automated recruiter evaluation in one system.</a:t>
            </a:r>
          </a:p>
          <a:p>
            <a:r>
              <a:rPr lang="en-US" sz="2800" dirty="0">
                <a:latin typeface="Arial" panose="020B0604020202020204" pitchFamily="34" charset="0"/>
                <a:cs typeface="Arial" panose="020B0604020202020204" pitchFamily="34" charset="0"/>
              </a:rPr>
              <a:t>Success Measures: All 15 milestones completed; AI pipeline (Whisper + Deepseek V3.2 + AKool Pro + MediaPipe) fully operational; 4 portals delivered; PaymeB subscription working; positive UAT feedback from candidates and recruiters; project completed within 8.5 months and approved academic budget.</a:t>
            </a:r>
          </a:p>
        </p:txBody>
      </p:sp>
    </p:spTree>
    <p:extLst>
      <p:ext uri="{BB962C8B-B14F-4D97-AF65-F5344CB8AC3E}">
        <p14:creationId xmlns:p14="http://schemas.microsoft.com/office/powerpoint/2010/main" val="1292797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Round Table Discussion</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734284"/>
            <a:ext cx="10972800" cy="5123716"/>
          </a:xfrm>
          <a:noFill/>
        </p:spPr>
        <p:txBody>
          <a:bodyPr vert="horz" lIns="68580" tIns="34290" rIns="68580" bIns="34290" rtlCol="0">
            <a:normAutofit/>
          </a:bodyPr>
          <a:lstStyle/>
          <a:p>
            <a:pPr>
              <a:defRPr/>
            </a:pPr>
            <a:r>
              <a:rPr lang="en-US" sz="2800" dirty="0">
                <a:latin typeface="Arial" panose="020B0604020202020204" pitchFamily="34" charset="0"/>
                <a:cs typeface="Arial" panose="020B0604020202020204" pitchFamily="34" charset="0"/>
              </a:rPr>
              <a:t>Key lessons to guide the IISS project:</a:t>
            </a:r>
          </a:p>
          <a:p>
            <a:pPr>
              <a:defRPr/>
            </a:pPr>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Do's for IISS:</a:t>
            </a:r>
          </a:p>
          <a:p>
            <a:r>
              <a:rPr lang="en-US" sz="2800" dirty="0">
                <a:latin typeface="Arial" panose="020B0604020202020204" pitchFamily="34" charset="0"/>
                <a:cs typeface="Arial" panose="020B0604020202020204" pitchFamily="34" charset="0"/>
              </a:rPr>
              <a:t>  • Prototype each AI API (Whisper, Deepseek, AKool, MediaPipe) independently before integrating  |  Test WebRTC incrementally under load  |  Hold weekly team stand-ups (24 meetings planned)  |  Conduct user demos early and often  |  Use feature flags for PaymeB sandbox vs production</a:t>
            </a:r>
          </a:p>
        </p:txBody>
      </p:sp>
    </p:spTree>
    <p:extLst>
      <p:ext uri="{BB962C8B-B14F-4D97-AF65-F5344CB8AC3E}">
        <p14:creationId xmlns:p14="http://schemas.microsoft.com/office/powerpoint/2010/main" val="1068857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B71D9-601E-9DE9-67A2-931BC244A7C2}"/>
              </a:ext>
            </a:extLst>
          </p:cNvPr>
          <p:cNvSpPr>
            <a:spLocks noGrp="1"/>
          </p:cNvSpPr>
          <p:nvPr>
            <p:ph type="body" sz="quarter" idx="13"/>
          </p:nvPr>
        </p:nvSpPr>
        <p:spPr/>
        <p:txBody>
          <a:bodyPr vert="horz" lIns="91440" tIns="45720" rIns="91440" bIns="45720" rtlCol="0" anchor="t">
            <a:normAutofit/>
          </a:bodyPr>
          <a:lstStyle/>
          <a:p>
            <a:r>
              <a:rPr lang="en-US"/>
              <a:t>The people, timeline, scope &amp; technology</a:t>
            </a:r>
          </a:p>
        </p:txBody>
      </p:sp>
      <p:sp>
        <p:nvSpPr>
          <p:cNvPr id="2" name="Title 1">
            <a:extLst>
              <a:ext uri="{FF2B5EF4-FFF2-40B4-BE49-F238E27FC236}">
                <a16:creationId xmlns:a16="http://schemas.microsoft.com/office/drawing/2014/main" id="{9429FAB2-39B0-D6E6-DC06-F6A97D0A3591}"/>
              </a:ext>
            </a:extLst>
          </p:cNvPr>
          <p:cNvSpPr>
            <a:spLocks noGrp="1"/>
          </p:cNvSpPr>
          <p:nvPr>
            <p:ph type="title"/>
          </p:nvPr>
        </p:nvSpPr>
        <p:spPr/>
        <p:txBody>
          <a:bodyPr/>
          <a:lstStyle/>
          <a:p>
            <a:r>
              <a:rPr lang="en-US"/>
              <a:t>The project</a:t>
            </a:r>
          </a:p>
        </p:txBody>
      </p:sp>
    </p:spTree>
    <p:extLst>
      <p:ext uri="{BB962C8B-B14F-4D97-AF65-F5344CB8AC3E}">
        <p14:creationId xmlns:p14="http://schemas.microsoft.com/office/powerpoint/2010/main" val="1796753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Project Charter Overview</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734284"/>
            <a:ext cx="10972800" cy="5123716"/>
          </a:xfrm>
          <a:noFill/>
        </p:spPr>
        <p:txBody>
          <a:bodyPr vert="horz" lIns="68580" tIns="34290" rIns="68580" bIns="34290" rtlCol="0">
            <a:normAutofit/>
          </a:bodyPr>
          <a:lstStyle/>
          <a:p>
            <a:pPr>
              <a:defRPr/>
            </a:pPr>
            <a:r>
              <a:rPr lang="en-US" sz="2800" dirty="0">
                <a:latin typeface="Arial" panose="020B0604020202020204" pitchFamily="34" charset="0"/>
                <a:cs typeface="Arial" panose="020B0604020202020204" pitchFamily="34" charset="0"/>
              </a:rPr>
              <a:t>The objectives of the IISS project are as follows:</a:t>
            </a:r>
          </a:p>
          <a:p>
            <a:pPr marL="0" indent="0">
              <a:buNone/>
              <a:defRPr/>
            </a:pPr>
            <a:endParaRPr lang="en-US" sz="2800" dirty="0">
              <a:latin typeface="Arial" panose="020B0604020202020204" pitchFamily="34" charset="0"/>
              <a:cs typeface="Arial" panose="020B0604020202020204" pitchFamily="34" charset="0"/>
            </a:endParaRPr>
          </a:p>
          <a:p>
            <a:pPr marL="0" indent="0">
              <a:buNone/>
              <a:defRPr/>
            </a:pPr>
            <a:endParaRPr lang="en-US" sz="2800" dirty="0">
              <a:latin typeface="Arial" panose="020B0604020202020204" pitchFamily="34" charset="0"/>
              <a:cs typeface="Arial" panose="020B0604020202020204" pitchFamily="34" charset="0"/>
            </a:endParaRPr>
          </a:p>
          <a:p>
            <a:pPr marL="0" indent="0">
              <a:buNone/>
              <a:defRP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6445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Project Scope</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734284"/>
            <a:ext cx="10972800" cy="5123716"/>
          </a:xfrm>
          <a:noFill/>
        </p:spPr>
        <p:txBody>
          <a:bodyPr vert="horz" lIns="68580" tIns="34290" rIns="68580" bIns="34290" rtlCol="0">
            <a:normAutofit/>
          </a:bodyPr>
          <a:lstStyle/>
          <a:p>
            <a:pPr>
              <a:defRPr/>
            </a:pPr>
            <a:r>
              <a:rPr lang="en-US" sz="2800" dirty="0">
                <a:latin typeface="Arial" panose="020B0604020202020204" pitchFamily="34" charset="0"/>
                <a:cs typeface="Arial" panose="020B0604020202020204" pitchFamily="34" charset="0"/>
              </a:rPr>
              <a:t>In Scope:</a:t>
            </a:r>
          </a:p>
          <a:p>
            <a:pPr>
              <a:defRPr/>
            </a:pPr>
            <a:endParaRPr lang="en-US" sz="2800" dirty="0">
              <a:latin typeface="Arial" panose="020B0604020202020204" pitchFamily="34" charset="0"/>
              <a:cs typeface="Arial" panose="020B0604020202020204" pitchFamily="34" charset="0"/>
            </a:endParaRPr>
          </a:p>
          <a:p>
            <a:pPr>
              <a:defRPr/>
            </a:pPr>
            <a:endParaRPr lang="en-US" sz="2800" dirty="0">
              <a:latin typeface="Arial" panose="020B0604020202020204" pitchFamily="34" charset="0"/>
              <a:cs typeface="Arial" panose="020B0604020202020204" pitchFamily="34" charset="0"/>
            </a:endParaRPr>
          </a:p>
          <a:p>
            <a:pPr>
              <a:defRPr/>
            </a:pPr>
            <a:r>
              <a:rPr lang="en-US" sz="2800" dirty="0">
                <a:latin typeface="Arial" panose="020B0604020202020204" pitchFamily="34" charset="0"/>
                <a:cs typeface="Arial" panose="020B0604020202020204" pitchFamily="34" charset="0"/>
              </a:rPr>
              <a:t>Out of Scope:</a:t>
            </a:r>
          </a:p>
          <a:p>
            <a:pPr marL="0" indent="0">
              <a:buNone/>
              <a:defRP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5793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Project Team</a:t>
            </a:r>
          </a:p>
        </p:txBody>
      </p:sp>
      <p:graphicFrame>
        <p:nvGraphicFramePr>
          <p:cNvPr id="56" name="Table 55">
            <a:extLst>
              <a:ext uri="{FF2B5EF4-FFF2-40B4-BE49-F238E27FC236}">
                <a16:creationId xmlns:a16="http://schemas.microsoft.com/office/drawing/2014/main" id="{88A59B7F-52C9-2370-27FB-582A15093893}"/>
              </a:ext>
            </a:extLst>
          </p:cNvPr>
          <p:cNvGraphicFramePr>
            <a:graphicFrameLocks noGrp="1"/>
          </p:cNvGraphicFramePr>
          <p:nvPr>
            <p:extLst>
              <p:ext uri="{D42A27DB-BD31-4B8C-83A1-F6EECF244321}">
                <p14:modId xmlns:p14="http://schemas.microsoft.com/office/powerpoint/2010/main" val="3086335207"/>
              </p:ext>
            </p:extLst>
          </p:nvPr>
        </p:nvGraphicFramePr>
        <p:xfrm>
          <a:off x="2241550" y="1821692"/>
          <a:ext cx="7708900" cy="3699637"/>
        </p:xfrm>
        <a:graphic>
          <a:graphicData uri="http://schemas.openxmlformats.org/drawingml/2006/table">
            <a:tbl>
              <a:tblPr firstRow="1" firstCol="1" bandRow="1">
                <a:tableStyleId>{5C22544A-7EE6-4342-B048-85BDC9FD1C3A}</a:tableStyleId>
              </a:tblPr>
              <a:tblGrid>
                <a:gridCol w="3854450">
                  <a:extLst>
                    <a:ext uri="{9D8B030D-6E8A-4147-A177-3AD203B41FA5}">
                      <a16:colId xmlns:a16="http://schemas.microsoft.com/office/drawing/2014/main" val="2782483778"/>
                    </a:ext>
                  </a:extLst>
                </a:gridCol>
                <a:gridCol w="3854450">
                  <a:extLst>
                    <a:ext uri="{9D8B030D-6E8A-4147-A177-3AD203B41FA5}">
                      <a16:colId xmlns:a16="http://schemas.microsoft.com/office/drawing/2014/main" val="168560766"/>
                    </a:ext>
                  </a:extLst>
                </a:gridCol>
              </a:tblGrid>
              <a:tr h="365760">
                <a:tc>
                  <a:txBody>
                    <a:bodyPr/>
                    <a:lstStyle/>
                    <a:p>
                      <a:pPr marL="0" marR="0" algn="l" rtl="0" eaLnBrk="1" latinLnBrk="0" hangingPunct="1">
                        <a:lnSpc>
                          <a:spcPct val="107000"/>
                        </a:lnSpc>
                        <a:spcBef>
                          <a:spcPts val="0"/>
                        </a:spcBef>
                        <a:spcAft>
                          <a:spcPts val="0"/>
                        </a:spcAft>
                      </a:pPr>
                      <a:r>
                        <a:rPr lang="en-US" sz="1800" kern="1200" dirty="0">
                          <a:effectLst/>
                        </a:rPr>
                        <a:t>Role</a:t>
                      </a:r>
                      <a:endParaRPr lang="en-US" dirty="0">
                        <a:effectLst/>
                      </a:endParaRPr>
                    </a:p>
                  </a:txBody>
                  <a:tcPr marL="0" marR="0" marT="0" marB="0" anchor="ctr"/>
                </a:tc>
                <a:tc>
                  <a:txBody>
                    <a:bodyPr/>
                    <a:lstStyle/>
                    <a:p>
                      <a:pPr marL="0" marR="0" algn="l" rtl="0" eaLnBrk="1" latinLnBrk="0" hangingPunct="1">
                        <a:lnSpc>
                          <a:spcPct val="107000"/>
                        </a:lnSpc>
                        <a:spcBef>
                          <a:spcPts val="0"/>
                        </a:spcBef>
                        <a:spcAft>
                          <a:spcPts val="0"/>
                        </a:spcAft>
                      </a:pPr>
                      <a:r>
                        <a:rPr lang="en-US" sz="1800" kern="1200" dirty="0">
                          <a:effectLst/>
                        </a:rPr>
                        <a:t>Name</a:t>
                      </a:r>
                      <a:endParaRPr lang="en-US" dirty="0">
                        <a:effectLst/>
                      </a:endParaRPr>
                    </a:p>
                  </a:txBody>
                  <a:tcPr marL="0" marR="0" marT="0" marB="0" anchor="ctr"/>
                </a:tc>
                <a:extLst>
                  <a:ext uri="{0D108BD9-81ED-4DB2-BD59-A6C34878D82A}">
                    <a16:rowId xmlns:a16="http://schemas.microsoft.com/office/drawing/2014/main" val="2137573558"/>
                  </a:ext>
                </a:extLst>
              </a:tr>
              <a:tr h="735203">
                <a:tc>
                  <a:txBody>
                    <a:bodyPr/>
                    <a:lstStyle/>
                    <a:p>
                      <a:pPr marL="0" marR="0" algn="l" rtl="0" eaLnBrk="1" latinLnBrk="0" hangingPunct="1">
                        <a:lnSpc>
                          <a:spcPct val="107000"/>
                        </a:lnSpc>
                        <a:spcBef>
                          <a:spcPts val="0"/>
                        </a:spcBef>
                        <a:spcAft>
                          <a:spcPts val="0"/>
                        </a:spcAft>
                      </a:pPr>
                      <a:r>
                        <a:rPr lang="en-US" sz="1800" kern="1200" dirty="0">
                          <a:effectLst/>
                        </a:rPr>
                        <a:t>Sponsors</a:t>
                      </a:r>
                      <a:endParaRPr lang="en-US" dirty="0">
                        <a:effectLst/>
                      </a:endParaRPr>
                    </a:p>
                  </a:txBody>
                  <a:tcPr marL="0" marR="0" marT="0" marB="0" anchor="ctr"/>
                </a:tc>
                <a:tc>
                  <a:txBody>
                    <a:bodyPr/>
                    <a:lstStyle/>
                    <a:p>
                      <a:pPr marL="0" marR="0" algn="l" rtl="0" eaLnBrk="1" latinLnBrk="0" hangingPunct="1">
                        <a:lnSpc>
                          <a:spcPct val="107000"/>
                        </a:lnSpc>
                        <a:spcBef>
                          <a:spcPts val="0"/>
                        </a:spcBef>
                        <a:spcAft>
                          <a:spcPts val="0"/>
                        </a:spcAft>
                      </a:pPr>
                      <a:endParaRPr lang="en-US" sz="1800" kern="1200" dirty="0">
                        <a:effectLst/>
                      </a:endParaRPr>
                    </a:p>
                  </a:txBody>
                  <a:tcPr marL="0" marR="0" marT="0" marB="0" anchor="ctr"/>
                </a:tc>
                <a:extLst>
                  <a:ext uri="{0D108BD9-81ED-4DB2-BD59-A6C34878D82A}">
                    <a16:rowId xmlns:a16="http://schemas.microsoft.com/office/drawing/2014/main" val="1462590522"/>
                  </a:ext>
                </a:extLst>
              </a:tr>
              <a:tr h="750697">
                <a:tc>
                  <a:txBody>
                    <a:bodyPr/>
                    <a:lstStyle/>
                    <a:p>
                      <a:pPr marL="0" marR="0" algn="l" rtl="0" eaLnBrk="1" latinLnBrk="0" hangingPunct="1">
                        <a:lnSpc>
                          <a:spcPct val="107000"/>
                        </a:lnSpc>
                        <a:spcBef>
                          <a:spcPts val="0"/>
                        </a:spcBef>
                        <a:spcAft>
                          <a:spcPts val="0"/>
                        </a:spcAft>
                      </a:pPr>
                      <a:r>
                        <a:rPr lang="en-US" sz="1800" kern="1200" dirty="0">
                          <a:effectLst/>
                        </a:rPr>
                        <a:t>Project Owner</a:t>
                      </a:r>
                      <a:endParaRPr lang="en-US" dirty="0">
                        <a:effectLst/>
                      </a:endParaRPr>
                    </a:p>
                  </a:txBody>
                  <a:tcPr marL="0" marR="0" marT="0" marB="0" anchor="ctr"/>
                </a:tc>
                <a:tc>
                  <a:txBody>
                    <a:bodyPr/>
                    <a:lstStyle/>
                    <a:p>
                      <a:pPr marL="0" marR="0" algn="l" rtl="0" eaLnBrk="1" latinLnBrk="0" hangingPunct="1">
                        <a:lnSpc>
                          <a:spcPct val="107000"/>
                        </a:lnSpc>
                        <a:spcBef>
                          <a:spcPts val="0"/>
                        </a:spcBef>
                        <a:spcAft>
                          <a:spcPts val="0"/>
                        </a:spcAft>
                      </a:pPr>
                      <a:endParaRPr lang="en-US" sz="1800" kern="1200" dirty="0">
                        <a:effectLst/>
                      </a:endParaRPr>
                    </a:p>
                  </a:txBody>
                  <a:tcPr marL="0" marR="0" marT="0" marB="0" anchor="ctr"/>
                </a:tc>
                <a:extLst>
                  <a:ext uri="{0D108BD9-81ED-4DB2-BD59-A6C34878D82A}">
                    <a16:rowId xmlns:a16="http://schemas.microsoft.com/office/drawing/2014/main" val="2734182974"/>
                  </a:ext>
                </a:extLst>
              </a:tr>
              <a:tr h="365760">
                <a:tc>
                  <a:txBody>
                    <a:bodyPr/>
                    <a:lstStyle/>
                    <a:p>
                      <a:pPr marL="0" marR="0" algn="l" rtl="0" eaLnBrk="1" latinLnBrk="0" hangingPunct="1">
                        <a:lnSpc>
                          <a:spcPct val="107000"/>
                        </a:lnSpc>
                        <a:spcBef>
                          <a:spcPts val="0"/>
                        </a:spcBef>
                        <a:spcAft>
                          <a:spcPts val="0"/>
                        </a:spcAft>
                      </a:pPr>
                      <a:r>
                        <a:rPr lang="en-US" sz="1800" kern="1200" dirty="0">
                          <a:effectLst/>
                        </a:rPr>
                        <a:t>Project Manager</a:t>
                      </a:r>
                      <a:endParaRPr lang="en-US" dirty="0">
                        <a:effectLst/>
                      </a:endParaRPr>
                    </a:p>
                  </a:txBody>
                  <a:tcPr marL="0" marR="0" marT="0" marB="0" anchor="ctr"/>
                </a:tc>
                <a:tc>
                  <a:txBody>
                    <a:bodyPr/>
                    <a:lstStyle/>
                    <a:p>
                      <a:pPr marL="0" marR="0" algn="l" rtl="0" eaLnBrk="1" latinLnBrk="0" hangingPunct="1">
                        <a:lnSpc>
                          <a:spcPct val="107000"/>
                        </a:lnSpc>
                        <a:spcBef>
                          <a:spcPts val="0"/>
                        </a:spcBef>
                        <a:spcAft>
                          <a:spcPts val="0"/>
                        </a:spcAft>
                      </a:pPr>
                      <a:endParaRPr lang="en-US" sz="1800" kern="1200" dirty="0">
                        <a:effectLst/>
                      </a:endParaRPr>
                    </a:p>
                  </a:txBody>
                  <a:tcPr marL="0" marR="0" marT="0" marB="0" anchor="ctr"/>
                </a:tc>
                <a:extLst>
                  <a:ext uri="{0D108BD9-81ED-4DB2-BD59-A6C34878D82A}">
                    <a16:rowId xmlns:a16="http://schemas.microsoft.com/office/drawing/2014/main" val="3796690660"/>
                  </a:ext>
                </a:extLst>
              </a:tr>
              <a:tr h="365760">
                <a:tc>
                  <a:txBody>
                    <a:bodyPr/>
                    <a:lstStyle/>
                    <a:p>
                      <a:pPr marL="0" marR="0" algn="l" rtl="0" eaLnBrk="1" latinLnBrk="0" hangingPunct="1">
                        <a:lnSpc>
                          <a:spcPct val="107000"/>
                        </a:lnSpc>
                        <a:spcBef>
                          <a:spcPts val="0"/>
                        </a:spcBef>
                        <a:spcAft>
                          <a:spcPts val="0"/>
                        </a:spcAft>
                      </a:pPr>
                      <a:r>
                        <a:rPr lang="en-US" sz="1800" kern="1200" dirty="0">
                          <a:effectLst/>
                        </a:rPr>
                        <a:t>Business Analyst</a:t>
                      </a:r>
                      <a:endParaRPr lang="en-US" dirty="0">
                        <a:effectLst/>
                      </a:endParaRPr>
                    </a:p>
                  </a:txBody>
                  <a:tcPr marL="0" marR="0" marT="0" marB="0" anchor="ctr"/>
                </a:tc>
                <a:tc>
                  <a:txBody>
                    <a:bodyPr/>
                    <a:lstStyle/>
                    <a:p>
                      <a:pPr marL="0" marR="0" algn="l" rtl="0" eaLnBrk="1" latinLnBrk="0" hangingPunct="1">
                        <a:lnSpc>
                          <a:spcPct val="107000"/>
                        </a:lnSpc>
                        <a:spcBef>
                          <a:spcPts val="0"/>
                        </a:spcBef>
                        <a:spcAft>
                          <a:spcPts val="0"/>
                        </a:spcAft>
                      </a:pPr>
                      <a:endParaRPr lang="en-US" sz="1800" kern="1200" dirty="0">
                        <a:effectLst/>
                      </a:endParaRPr>
                    </a:p>
                  </a:txBody>
                  <a:tcPr marL="0" marR="0" marT="0" marB="0" anchor="ctr"/>
                </a:tc>
                <a:extLst>
                  <a:ext uri="{0D108BD9-81ED-4DB2-BD59-A6C34878D82A}">
                    <a16:rowId xmlns:a16="http://schemas.microsoft.com/office/drawing/2014/main" val="559060961"/>
                  </a:ext>
                </a:extLst>
              </a:tr>
              <a:tr h="365760">
                <a:tc>
                  <a:txBody>
                    <a:bodyPr/>
                    <a:lstStyle/>
                    <a:p>
                      <a:pPr marL="0" marR="0" algn="l" rtl="0" eaLnBrk="1" latinLnBrk="0" hangingPunct="1">
                        <a:lnSpc>
                          <a:spcPct val="107000"/>
                        </a:lnSpc>
                        <a:spcBef>
                          <a:spcPts val="0"/>
                        </a:spcBef>
                        <a:spcAft>
                          <a:spcPts val="0"/>
                        </a:spcAft>
                      </a:pPr>
                      <a:r>
                        <a:rPr lang="en-US" sz="1800" kern="1200" dirty="0">
                          <a:effectLst/>
                        </a:rPr>
                        <a:t>Project Team Members</a:t>
                      </a:r>
                      <a:endParaRPr lang="en-US" dirty="0">
                        <a:effectLst/>
                      </a:endParaRPr>
                    </a:p>
                  </a:txBody>
                  <a:tcPr marL="0" marR="0" marT="0" marB="0" anchor="ctr"/>
                </a:tc>
                <a:tc>
                  <a:txBody>
                    <a:bodyPr/>
                    <a:lstStyle/>
                    <a:p>
                      <a:pPr marL="0" marR="0" algn="l" rtl="0" eaLnBrk="1" latinLnBrk="0" hangingPunct="1">
                        <a:lnSpc>
                          <a:spcPct val="107000"/>
                        </a:lnSpc>
                        <a:spcBef>
                          <a:spcPts val="0"/>
                        </a:spcBef>
                        <a:spcAft>
                          <a:spcPts val="0"/>
                        </a:spcAft>
                      </a:pPr>
                      <a:endParaRPr lang="en-US" sz="1800" kern="1200" dirty="0">
                        <a:effectLst/>
                      </a:endParaRPr>
                    </a:p>
                  </a:txBody>
                  <a:tcPr marL="0" marR="0" marT="0" marB="0" anchor="ctr"/>
                </a:tc>
                <a:extLst>
                  <a:ext uri="{0D108BD9-81ED-4DB2-BD59-A6C34878D82A}">
                    <a16:rowId xmlns:a16="http://schemas.microsoft.com/office/drawing/2014/main" val="2765396955"/>
                  </a:ext>
                </a:extLst>
              </a:tr>
              <a:tr h="750697">
                <a:tc>
                  <a:txBody>
                    <a:bodyPr/>
                    <a:lstStyle/>
                    <a:p>
                      <a:pPr marL="0" marR="0" algn="l" rtl="0" eaLnBrk="1" latinLnBrk="0" hangingPunct="1">
                        <a:lnSpc>
                          <a:spcPct val="107000"/>
                        </a:lnSpc>
                        <a:spcBef>
                          <a:spcPts val="0"/>
                        </a:spcBef>
                        <a:spcAft>
                          <a:spcPts val="0"/>
                        </a:spcAft>
                      </a:pPr>
                      <a:r>
                        <a:rPr lang="en-US" sz="1800" kern="1200" dirty="0">
                          <a:effectLst/>
                        </a:rPr>
                        <a:t>Change Management Consultant</a:t>
                      </a:r>
                      <a:endParaRPr lang="en-US" dirty="0">
                        <a:effectLst/>
                      </a:endParaRPr>
                    </a:p>
                  </a:txBody>
                  <a:tcPr marL="0" marR="0" marT="0" marB="0" anchor="ctr"/>
                </a:tc>
                <a:tc>
                  <a:txBody>
                    <a:bodyPr/>
                    <a:lstStyle/>
                    <a:p>
                      <a:pPr marL="0" marR="0" algn="l" rtl="0" eaLnBrk="1" latinLnBrk="0" hangingPunct="1">
                        <a:lnSpc>
                          <a:spcPct val="107000"/>
                        </a:lnSpc>
                        <a:spcBef>
                          <a:spcPts val="0"/>
                        </a:spcBef>
                        <a:spcAft>
                          <a:spcPts val="0"/>
                        </a:spcAft>
                      </a:pPr>
                      <a:endParaRPr lang="en-US" sz="1800" kern="1200" dirty="0">
                        <a:effectLst/>
                      </a:endParaRPr>
                    </a:p>
                  </a:txBody>
                  <a:tcPr marL="0" marR="0" marT="0" marB="0" anchor="ctr"/>
                </a:tc>
                <a:extLst>
                  <a:ext uri="{0D108BD9-81ED-4DB2-BD59-A6C34878D82A}">
                    <a16:rowId xmlns:a16="http://schemas.microsoft.com/office/drawing/2014/main" val="1890258364"/>
                  </a:ext>
                </a:extLst>
              </a:tr>
            </a:tbl>
          </a:graphicData>
        </a:graphic>
      </p:graphicFrame>
    </p:spTree>
    <p:extLst>
      <p:ext uri="{BB962C8B-B14F-4D97-AF65-F5344CB8AC3E}">
        <p14:creationId xmlns:p14="http://schemas.microsoft.com/office/powerpoint/2010/main" val="934257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Governance</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734284"/>
            <a:ext cx="10972800" cy="5123716"/>
          </a:xfrm>
          <a:noFill/>
        </p:spPr>
        <p:txBody>
          <a:bodyPr vert="horz" lIns="68580" tIns="34290" rIns="68580" bIns="34290" rtlCol="0">
            <a:normAutofit/>
          </a:bodyPr>
          <a:lstStyle/>
          <a:p>
            <a:pPr>
              <a:defRPr/>
            </a:pPr>
            <a:r>
              <a:rPr lang="en-US" sz="2800" dirty="0">
                <a:latin typeface="Arial" panose="020B0604020202020204" pitchFamily="34" charset="0"/>
                <a:cs typeface="Arial" panose="020B0604020202020204" pitchFamily="34" charset="0"/>
              </a:rPr>
              <a:t>IISS Project Governance Structure:
  • Project Sponsor: Academic Supervisor (FUE University) — approves charter, major decisions, and final project deliverables
  • Project Manager: Seraj Mokhtar — responsible for day-to-day management, weekly status updates, and milestone tracking
  • Development Team: Seraj, Khaled, Seif, Gamal, Malak, Shahd — execute sprint tasks, attend weekly team meetings
  • Escalation Path: Team → PM (Seraj) → Academic Supervisor</a:t>
            </a:r>
          </a:p>
          <a:p>
            <a:pPr>
              <a:defRPr/>
            </a:pPr>
            <a:endParaRPr lang="en-US" sz="2800" dirty="0">
              <a:latin typeface="Arial" panose="020B0604020202020204" pitchFamily="34" charset="0"/>
              <a:cs typeface="Arial" panose="020B0604020202020204" pitchFamily="34" charset="0"/>
            </a:endParaRPr>
          </a:p>
          <a:p>
            <a:pPr>
              <a:defRPr/>
            </a:pPr>
            <a:endParaRPr lang="en-US" sz="2800" dirty="0">
              <a:latin typeface="Arial" panose="020B0604020202020204" pitchFamily="34" charset="0"/>
              <a:cs typeface="Arial" panose="020B0604020202020204" pitchFamily="34" charset="0"/>
            </a:endParaRPr>
          </a:p>
          <a:p>
            <a:pPr marL="0" indent="0">
              <a:buNone/>
              <a:defRP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5771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Project Milestones</a:t>
            </a:r>
          </a:p>
        </p:txBody>
      </p:sp>
      <p:graphicFrame>
        <p:nvGraphicFramePr>
          <p:cNvPr id="6" name="Content Placeholder 3">
            <a:extLst>
              <a:ext uri="{FF2B5EF4-FFF2-40B4-BE49-F238E27FC236}">
                <a16:creationId xmlns:a16="http://schemas.microsoft.com/office/drawing/2014/main" id="{8D69DAB5-9E49-6488-8896-91B1881D4122}"/>
              </a:ext>
            </a:extLst>
          </p:cNvPr>
          <p:cNvGraphicFramePr>
            <a:graphicFrameLocks noGrp="1"/>
          </p:cNvGraphicFramePr>
          <p:nvPr>
            <p:ph idx="1"/>
            <p:extLst>
              <p:ext uri="{D42A27DB-BD31-4B8C-83A1-F6EECF244321}">
                <p14:modId xmlns:p14="http://schemas.microsoft.com/office/powerpoint/2010/main" val="1917335728"/>
              </p:ext>
            </p:extLst>
          </p:nvPr>
        </p:nvGraphicFramePr>
        <p:xfrm>
          <a:off x="1956934" y="1560511"/>
          <a:ext cx="8175625" cy="3736977"/>
        </p:xfrm>
        <a:graphic>
          <a:graphicData uri="http://schemas.openxmlformats.org/drawingml/2006/table">
            <a:tbl>
              <a:tblPr firstRow="1" bandRow="1">
                <a:tableStyleId>{073A0DAA-6AF3-43AB-8588-CEC1D06C72B9}</a:tableStyleId>
              </a:tblPr>
              <a:tblGrid>
                <a:gridCol w="706240">
                  <a:extLst>
                    <a:ext uri="{9D8B030D-6E8A-4147-A177-3AD203B41FA5}">
                      <a16:colId xmlns:a16="http://schemas.microsoft.com/office/drawing/2014/main" val="20000"/>
                    </a:ext>
                  </a:extLst>
                </a:gridCol>
                <a:gridCol w="5937203">
                  <a:extLst>
                    <a:ext uri="{9D8B030D-6E8A-4147-A177-3AD203B41FA5}">
                      <a16:colId xmlns:a16="http://schemas.microsoft.com/office/drawing/2014/main" val="20001"/>
                    </a:ext>
                  </a:extLst>
                </a:gridCol>
                <a:gridCol w="1532182">
                  <a:extLst>
                    <a:ext uri="{9D8B030D-6E8A-4147-A177-3AD203B41FA5}">
                      <a16:colId xmlns:a16="http://schemas.microsoft.com/office/drawing/2014/main" val="20002"/>
                    </a:ext>
                  </a:extLst>
                </a:gridCol>
              </a:tblGrid>
              <a:tr h="319985">
                <a:tc>
                  <a:txBody>
                    <a:bodyPr/>
                    <a:lstStyle/>
                    <a:p>
                      <a:pPr marL="0" marR="0" algn="ctr" defTabSz="914400" rtl="0" eaLnBrk="1" latinLnBrk="0" hangingPunct="1">
                        <a:lnSpc>
                          <a:spcPct val="115000"/>
                        </a:lnSpc>
                        <a:spcBef>
                          <a:spcPts val="0"/>
                        </a:spcBef>
                        <a:spcAft>
                          <a:spcPts val="0"/>
                        </a:spcAft>
                      </a:pPr>
                      <a:r>
                        <a:rPr lang="en-US" sz="1400" kern="1200" dirty="0">
                          <a:latin typeface="Arial" panose="020B0604020202020204" pitchFamily="34" charset="0"/>
                          <a:cs typeface="Arial" panose="020B0604020202020204" pitchFamily="34" charset="0"/>
                        </a:rPr>
                        <a:t>Phase</a:t>
                      </a: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r>
                        <a:rPr lang="en-US" sz="1400" kern="1200" dirty="0">
                          <a:latin typeface="Arial" panose="020B0604020202020204" pitchFamily="34" charset="0"/>
                          <a:cs typeface="Arial" panose="020B0604020202020204" pitchFamily="34" charset="0"/>
                        </a:rPr>
                        <a:t>Milestones</a:t>
                      </a: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r>
                        <a:rPr lang="en-US" sz="1400" kern="1200" dirty="0">
                          <a:latin typeface="Arial" panose="020B0604020202020204" pitchFamily="34" charset="0"/>
                          <a:cs typeface="Arial" panose="020B0604020202020204" pitchFamily="34" charset="0"/>
                        </a:rPr>
                        <a:t>Target Date</a:t>
                      </a: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extLst>
                  <a:ext uri="{0D108BD9-81ED-4DB2-BD59-A6C34878D82A}">
                    <a16:rowId xmlns:a16="http://schemas.microsoft.com/office/drawing/2014/main" val="10000"/>
                  </a:ext>
                </a:extLst>
              </a:tr>
              <a:tr h="308558">
                <a:tc rowSpan="5">
                  <a:txBody>
                    <a:bodyPr/>
                    <a:lstStyle/>
                    <a:p>
                      <a:pPr marL="0" marR="0" algn="ctr" defTabSz="914400" rtl="0" eaLnBrk="1" latinLnBrk="0" hangingPunct="1">
                        <a:lnSpc>
                          <a:spcPct val="115000"/>
                        </a:lnSpc>
                        <a:spcBef>
                          <a:spcPts val="0"/>
                        </a:spcBef>
                        <a:spcAft>
                          <a:spcPts val="0"/>
                        </a:spcAft>
                      </a:pPr>
                      <a:r>
                        <a:rPr lang="en-US" sz="1400" kern="1200" dirty="0">
                          <a:latin typeface="Arial" panose="020B0604020202020204" pitchFamily="34" charset="0"/>
                          <a:cs typeface="Arial" panose="020B0604020202020204" pitchFamily="34" charset="0"/>
                        </a:rPr>
                        <a:t>I</a:t>
                      </a: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457200" marR="0" lvl="1" indent="0" algn="l" defTabSz="914400" rtl="0" eaLnBrk="1" fontAlgn="auto" latinLnBrk="0" hangingPunct="1">
                        <a:lnSpc>
                          <a:spcPct val="115000"/>
                        </a:lnSpc>
                        <a:spcBef>
                          <a:spcPts val="0"/>
                        </a:spcBef>
                        <a:spcAft>
                          <a:spcPts val="0"/>
                        </a:spcAft>
                        <a:buClrTx/>
                        <a:buSzTx/>
                        <a:buFontTx/>
                        <a:buNone/>
                        <a:tabLst/>
                        <a:defRPr/>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extLst>
                  <a:ext uri="{0D108BD9-81ED-4DB2-BD59-A6C34878D82A}">
                    <a16:rowId xmlns:a16="http://schemas.microsoft.com/office/drawing/2014/main" val="10001"/>
                  </a:ext>
                </a:extLst>
              </a:tr>
              <a:tr h="308558">
                <a:tc vMerge="1">
                  <a:txBody>
                    <a:bodyPr/>
                    <a:lstStyle/>
                    <a:p>
                      <a:endParaRPr lang="en-US"/>
                    </a:p>
                  </a:txBody>
                  <a:tcPr/>
                </a:tc>
                <a:tc>
                  <a:txBody>
                    <a:bodyPr/>
                    <a:lstStyle/>
                    <a:p>
                      <a:pPr marL="457200" marR="0" lvl="1" algn="l"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extLst>
                  <a:ext uri="{0D108BD9-81ED-4DB2-BD59-A6C34878D82A}">
                    <a16:rowId xmlns:a16="http://schemas.microsoft.com/office/drawing/2014/main" val="10002"/>
                  </a:ext>
                </a:extLst>
              </a:tr>
              <a:tr h="308558">
                <a:tc vMerge="1">
                  <a:txBody>
                    <a:bodyPr/>
                    <a:lstStyle/>
                    <a:p>
                      <a:endParaRPr lang="en-US"/>
                    </a:p>
                  </a:txBody>
                  <a:tcPr/>
                </a:tc>
                <a:tc>
                  <a:txBody>
                    <a:bodyPr/>
                    <a:lstStyle/>
                    <a:p>
                      <a:pPr marL="457200" marR="0" lvl="1" algn="l"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extLst>
                  <a:ext uri="{0D108BD9-81ED-4DB2-BD59-A6C34878D82A}">
                    <a16:rowId xmlns:a16="http://schemas.microsoft.com/office/drawing/2014/main" val="10003"/>
                  </a:ext>
                </a:extLst>
              </a:tr>
              <a:tr h="308558">
                <a:tc vMerge="1">
                  <a:txBody>
                    <a:bodyPr/>
                    <a:lstStyle/>
                    <a:p>
                      <a:endParaRPr lang="en-US"/>
                    </a:p>
                  </a:txBody>
                  <a:tcPr/>
                </a:tc>
                <a:tc>
                  <a:txBody>
                    <a:bodyPr/>
                    <a:lstStyle/>
                    <a:p>
                      <a:pPr marL="457200" marR="0" lvl="1" algn="l"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extLst>
                  <a:ext uri="{0D108BD9-81ED-4DB2-BD59-A6C34878D82A}">
                    <a16:rowId xmlns:a16="http://schemas.microsoft.com/office/drawing/2014/main" val="10004"/>
                  </a:ext>
                </a:extLst>
              </a:tr>
              <a:tr h="308558">
                <a:tc vMerge="1">
                  <a:txBody>
                    <a:bodyPr/>
                    <a:lstStyle/>
                    <a:p>
                      <a:endParaRPr lang="en-US"/>
                    </a:p>
                  </a:txBody>
                  <a:tcPr/>
                </a:tc>
                <a:tc>
                  <a:txBody>
                    <a:bodyPr/>
                    <a:lstStyle/>
                    <a:p>
                      <a:pPr marL="457200" marR="0" lvl="1" algn="l" defTabSz="914400" rtl="0" eaLnBrk="1" latinLnBrk="0" hangingPunct="1">
                        <a:lnSpc>
                          <a:spcPct val="115000"/>
                        </a:lnSpc>
                        <a:spcBef>
                          <a:spcPts val="0"/>
                        </a:spcBef>
                        <a:spcAft>
                          <a:spcPts val="0"/>
                        </a:spcAft>
                      </a:pP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extLst>
                  <a:ext uri="{0D108BD9-81ED-4DB2-BD59-A6C34878D82A}">
                    <a16:rowId xmlns:a16="http://schemas.microsoft.com/office/drawing/2014/main" val="10005"/>
                  </a:ext>
                </a:extLst>
              </a:tr>
              <a:tr h="308558">
                <a:tc rowSpan="5">
                  <a:txBody>
                    <a:bodyPr/>
                    <a:lstStyle/>
                    <a:p>
                      <a:pPr marL="0" marR="0" algn="ctr" defTabSz="914400" rtl="0" eaLnBrk="1" latinLnBrk="0" hangingPunct="1">
                        <a:lnSpc>
                          <a:spcPct val="115000"/>
                        </a:lnSpc>
                        <a:spcBef>
                          <a:spcPts val="0"/>
                        </a:spcBef>
                        <a:spcAft>
                          <a:spcPts val="0"/>
                        </a:spcAft>
                      </a:pPr>
                      <a:r>
                        <a:rPr lang="en-US" sz="1400" kern="1200" dirty="0">
                          <a:latin typeface="Arial" panose="020B0604020202020204" pitchFamily="34" charset="0"/>
                          <a:cs typeface="Arial" panose="020B0604020202020204" pitchFamily="34" charset="0"/>
                        </a:rPr>
                        <a:t>II</a:t>
                      </a: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457200" marR="0" lvl="1" algn="l" defTabSz="914400" rtl="0" eaLnBrk="1" latinLnBrk="0" hangingPunct="1">
                        <a:lnSpc>
                          <a:spcPct val="115000"/>
                        </a:lnSpc>
                        <a:spcBef>
                          <a:spcPts val="0"/>
                        </a:spcBef>
                        <a:spcAft>
                          <a:spcPts val="0"/>
                        </a:spcAft>
                      </a:pP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extLst>
                  <a:ext uri="{0D108BD9-81ED-4DB2-BD59-A6C34878D82A}">
                    <a16:rowId xmlns:a16="http://schemas.microsoft.com/office/drawing/2014/main" val="10006"/>
                  </a:ext>
                </a:extLst>
              </a:tr>
              <a:tr h="308558">
                <a:tc vMerge="1">
                  <a:txBody>
                    <a:bodyPr/>
                    <a:lstStyle/>
                    <a:p>
                      <a:endParaRPr lang="en-US"/>
                    </a:p>
                  </a:txBody>
                  <a:tcPr/>
                </a:tc>
                <a:tc>
                  <a:txBody>
                    <a:bodyPr/>
                    <a:lstStyle/>
                    <a:p>
                      <a:pPr marL="457200" marR="0" lvl="1" algn="l" defTabSz="914400" rtl="0" eaLnBrk="1" latinLnBrk="0" hangingPunct="1">
                        <a:lnSpc>
                          <a:spcPct val="115000"/>
                        </a:lnSpc>
                        <a:spcBef>
                          <a:spcPts val="0"/>
                        </a:spcBef>
                        <a:spcAft>
                          <a:spcPts val="0"/>
                        </a:spcAft>
                      </a:pP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extLst>
                  <a:ext uri="{0D108BD9-81ED-4DB2-BD59-A6C34878D82A}">
                    <a16:rowId xmlns:a16="http://schemas.microsoft.com/office/drawing/2014/main" val="10007"/>
                  </a:ext>
                </a:extLst>
              </a:tr>
              <a:tr h="308558">
                <a:tc vMerge="1">
                  <a:txBody>
                    <a:bodyPr/>
                    <a:lstStyle/>
                    <a:p>
                      <a:endParaRPr lang="en-US"/>
                    </a:p>
                  </a:txBody>
                  <a:tcPr/>
                </a:tc>
                <a:tc>
                  <a:txBody>
                    <a:bodyPr/>
                    <a:lstStyle/>
                    <a:p>
                      <a:pPr marL="457200" marR="0" lvl="1" algn="l" defTabSz="914400" rtl="0" eaLnBrk="1" latinLnBrk="0" hangingPunct="1">
                        <a:lnSpc>
                          <a:spcPct val="115000"/>
                        </a:lnSpc>
                        <a:spcBef>
                          <a:spcPts val="0"/>
                        </a:spcBef>
                        <a:spcAft>
                          <a:spcPts val="0"/>
                        </a:spcAft>
                      </a:pP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extLst>
                  <a:ext uri="{0D108BD9-81ED-4DB2-BD59-A6C34878D82A}">
                    <a16:rowId xmlns:a16="http://schemas.microsoft.com/office/drawing/2014/main" val="10008"/>
                  </a:ext>
                </a:extLst>
              </a:tr>
              <a:tr h="308558">
                <a:tc vMerge="1">
                  <a:txBody>
                    <a:bodyPr/>
                    <a:lstStyle/>
                    <a:p>
                      <a:endParaRPr lang="en-US"/>
                    </a:p>
                  </a:txBody>
                  <a:tcPr/>
                </a:tc>
                <a:tc>
                  <a:txBody>
                    <a:bodyPr/>
                    <a:lstStyle/>
                    <a:p>
                      <a:pPr marL="457200" marR="0" lvl="1" algn="l" defTabSz="914400" rtl="0" eaLnBrk="1" latinLnBrk="0" hangingPunct="1">
                        <a:lnSpc>
                          <a:spcPct val="115000"/>
                        </a:lnSpc>
                        <a:spcBef>
                          <a:spcPts val="0"/>
                        </a:spcBef>
                        <a:spcAft>
                          <a:spcPts val="0"/>
                        </a:spcAft>
                      </a:pP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extLst>
                  <a:ext uri="{0D108BD9-81ED-4DB2-BD59-A6C34878D82A}">
                    <a16:rowId xmlns:a16="http://schemas.microsoft.com/office/drawing/2014/main" val="10009"/>
                  </a:ext>
                </a:extLst>
              </a:tr>
              <a:tr h="319985">
                <a:tc vMerge="1">
                  <a:txBody>
                    <a:bodyPr/>
                    <a:lstStyle/>
                    <a:p>
                      <a:endParaRPr lang="en-US"/>
                    </a:p>
                  </a:txBody>
                  <a:tcPr/>
                </a:tc>
                <a:tc>
                  <a:txBody>
                    <a:bodyPr/>
                    <a:lstStyle/>
                    <a:p>
                      <a:pPr marL="457200" marR="0" lvl="1" algn="l" defTabSz="914400" rtl="0" eaLnBrk="1" latinLnBrk="0" hangingPunct="1">
                        <a:lnSpc>
                          <a:spcPct val="115000"/>
                        </a:lnSpc>
                        <a:spcBef>
                          <a:spcPts val="0"/>
                        </a:spcBef>
                        <a:spcAft>
                          <a:spcPts val="0"/>
                        </a:spcAft>
                      </a:pP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extLst>
                  <a:ext uri="{0D108BD9-81ED-4DB2-BD59-A6C34878D82A}">
                    <a16:rowId xmlns:a16="http://schemas.microsoft.com/office/drawing/2014/main" val="10010"/>
                  </a:ext>
                </a:extLst>
              </a:tr>
              <a:tr h="319985">
                <a:tc>
                  <a:txBody>
                    <a:bodyPr/>
                    <a:lstStyle/>
                    <a:p>
                      <a:pPr marL="0" marR="0" algn="ctr" defTabSz="914400" rtl="0" eaLnBrk="1" latinLnBrk="0" hangingPunct="1">
                        <a:lnSpc>
                          <a:spcPct val="115000"/>
                        </a:lnSpc>
                        <a:spcBef>
                          <a:spcPts val="0"/>
                        </a:spcBef>
                        <a:spcAft>
                          <a:spcPts val="0"/>
                        </a:spcAft>
                      </a:pPr>
                      <a:r>
                        <a:rPr lang="en-US" sz="1400" kern="1200" dirty="0">
                          <a:latin typeface="Arial" panose="020B0604020202020204" pitchFamily="34" charset="0"/>
                          <a:cs typeface="Arial" panose="020B0604020202020204" pitchFamily="34" charset="0"/>
                        </a:rPr>
                        <a:t>III</a:t>
                      </a: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457200" marR="0" lvl="1" algn="l" defTabSz="914400" rtl="0" eaLnBrk="1" latinLnBrk="0" hangingPunct="1">
                        <a:lnSpc>
                          <a:spcPct val="115000"/>
                        </a:lnSpc>
                        <a:spcBef>
                          <a:spcPts val="0"/>
                        </a:spcBef>
                        <a:spcAft>
                          <a:spcPts val="0"/>
                        </a:spcAft>
                      </a:pPr>
                      <a:endParaRPr lang="en-US" sz="140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tc>
                  <a:txBody>
                    <a:bodyPr/>
                    <a:lstStyle/>
                    <a:p>
                      <a:pPr marL="0" marR="0" algn="ctr" defTabSz="914400" rtl="0" eaLnBrk="1" latinLnBrk="0" hangingPunct="1">
                        <a:lnSpc>
                          <a:spcPct val="115000"/>
                        </a:lnSpc>
                        <a:spcBef>
                          <a:spcPts val="0"/>
                        </a:spcBef>
                        <a:spcAft>
                          <a:spcPts val="0"/>
                        </a:spcAft>
                      </a:pPr>
                      <a:endParaRPr lang="en-US" sz="1400" b="0" i="0" kern="1200" dirty="0">
                        <a:solidFill>
                          <a:schemeClr val="dk1"/>
                        </a:solidFill>
                        <a:latin typeface="Arial" panose="020B0604020202020204" pitchFamily="34" charset="0"/>
                        <a:ea typeface="+mn-ea"/>
                        <a:cs typeface="Arial" panose="020B0604020202020204" pitchFamily="34" charset="0"/>
                      </a:endParaRPr>
                    </a:p>
                  </a:txBody>
                  <a:tcPr marL="51433" marR="51433" marT="0" marB="0"/>
                </a:tc>
                <a:extLst>
                  <a:ext uri="{0D108BD9-81ED-4DB2-BD59-A6C34878D82A}">
                    <a16:rowId xmlns:a16="http://schemas.microsoft.com/office/drawing/2014/main" val="10011"/>
                  </a:ext>
                </a:extLst>
              </a:tr>
            </a:tbl>
          </a:graphicData>
        </a:graphic>
      </p:graphicFrame>
      <p:sp>
        <p:nvSpPr>
          <p:cNvPr id="7" name="TextBox 2">
            <a:extLst>
              <a:ext uri="{FF2B5EF4-FFF2-40B4-BE49-F238E27FC236}">
                <a16:creationId xmlns:a16="http://schemas.microsoft.com/office/drawing/2014/main" id="{33563336-4C37-0726-AF3A-206199903BD0}"/>
              </a:ext>
            </a:extLst>
          </p:cNvPr>
          <p:cNvSpPr txBox="1">
            <a:spLocks noChangeArrowheads="1"/>
          </p:cNvSpPr>
          <p:nvPr/>
        </p:nvSpPr>
        <p:spPr bwMode="auto">
          <a:xfrm>
            <a:off x="701040" y="5515769"/>
            <a:ext cx="88725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SzPct val="70000"/>
              <a:buBlip>
                <a:blip r:embed="rId3"/>
              </a:buBlip>
              <a:defRPr sz="2400">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marL="1143000" indent="-228600">
              <a:spcBef>
                <a:spcPct val="200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MS PGothic" panose="020B0600070205080204" pitchFamily="34" charset="-128"/>
                <a:cs typeface="Arial" panose="020B0604020202020204" pitchFamily="34" charset="0"/>
              </a:defRPr>
            </a:lvl9pPr>
          </a:lstStyle>
          <a:p>
            <a:pPr>
              <a:spcBef>
                <a:spcPct val="0"/>
              </a:spcBef>
              <a:buFontTx/>
              <a:buNone/>
            </a:pPr>
            <a:r>
              <a:rPr lang="en-US" altLang="en-US" sz="1800" dirty="0"/>
              <a:t>Note: The high level scope, milestones and target dates may change when the project team begins the planning phase of the project.</a:t>
            </a:r>
          </a:p>
        </p:txBody>
      </p:sp>
    </p:spTree>
    <p:extLst>
      <p:ext uri="{BB962C8B-B14F-4D97-AF65-F5344CB8AC3E}">
        <p14:creationId xmlns:p14="http://schemas.microsoft.com/office/powerpoint/2010/main" val="1440098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Constraints</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734284"/>
            <a:ext cx="10972800" cy="5123716"/>
          </a:xfrm>
          <a:noFill/>
        </p:spPr>
        <p:txBody>
          <a:bodyPr vert="horz" lIns="68580" tIns="34290" rIns="68580" bIns="34290" rtlCol="0">
            <a:normAutofit fontScale="85000" lnSpcReduction="20000"/>
          </a:bodyPr>
          <a:lstStyle/>
          <a:p>
            <a:pPr>
              <a:defRPr/>
            </a:pPr>
            <a:r>
              <a:rPr lang="en-US" sz="2800" dirty="0">
                <a:latin typeface="Arial" panose="020B0604020202020204" pitchFamily="34" charset="0"/>
                <a:cs typeface="Arial" panose="020B0604020202020204" pitchFamily="34" charset="0"/>
              </a:rPr>
              <a:t>IISS Project Constraints:
  • Resources (Least Flexible): Limited AI engineering expertise across Whisper, Deepseek V3.2, AKool Pro, and MediaPipe — 6-person team must cover all development roles simultaneously
  • Schedule (Somewhat Flexible): Fixed university graduation deadline of September 2026 — 8.5-month timeline allows minimal buffer
  • Budget (Somewhat Flexible): Limited academic project budget restricts paid AI API subscriptions and cloud infrastructure beyond prototype scale
  • Technical: AI integration complexity (multi-provider pipeline) and WebRTC real-time stability under concurrent session load
  • Data Privacy: Candidate recordings and facial analysis data must be protected through JWT auth, encryption, and secure storage</a:t>
            </a:r>
          </a:p>
          <a:p>
            <a:pPr>
              <a:defRPr/>
            </a:pPr>
            <a:endParaRPr lang="en-US" sz="2800" dirty="0">
              <a:latin typeface="Arial" panose="020B0604020202020204" pitchFamily="34" charset="0"/>
              <a:cs typeface="Arial" panose="020B0604020202020204" pitchFamily="34" charset="0"/>
            </a:endParaRPr>
          </a:p>
          <a:p>
            <a:pPr>
              <a:defRPr/>
            </a:pPr>
            <a:endParaRPr lang="en-US" sz="2800" dirty="0">
              <a:latin typeface="Arial" panose="020B0604020202020204" pitchFamily="34" charset="0"/>
              <a:cs typeface="Arial" panose="020B0604020202020204" pitchFamily="34" charset="0"/>
            </a:endParaRPr>
          </a:p>
          <a:p>
            <a:pPr marL="0" indent="0">
              <a:buNone/>
              <a:defRP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2308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Roles &amp; Responsibilities</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734284"/>
            <a:ext cx="10972800" cy="5123716"/>
          </a:xfrm>
          <a:noFill/>
        </p:spPr>
        <p:txBody>
          <a:bodyPr vert="horz" lIns="68580" tIns="34290" rIns="68580" bIns="34290" rtlCol="0">
            <a:normAutofit fontScale="77500" lnSpcReduction="20000"/>
          </a:bodyPr>
          <a:lstStyle/>
          <a:p>
            <a:pPr>
              <a:defRPr/>
            </a:pPr>
            <a:r>
              <a:rPr lang="en-US" sz="2800" dirty="0">
                <a:latin typeface="Arial" panose="020B0604020202020204" pitchFamily="34" charset="0"/>
                <a:cs typeface="Arial" panose="020B0604020202020204" pitchFamily="34" charset="0"/>
              </a:rPr>
              <a:t>IISS Team Roles &amp; Responsibilities:
  • Seraj Mokhtar — Project Manager &amp; Backend Developer: Node.js/Express.js APIs, WebRTC server, overall PM, weekly reporting
  • Khaled — Business Analyst &amp; QA Engineer: Requirements gathering, test planning, UAT coordination
  • Seif — Flutter Mobile Developer: Cross-platform iOS/Android Flutter companion app
  • Gamal — Frontend Developer &amp; DevOps: React portals (Admin, Recruiter, Candidate), CI/CD, cloud deployment
  • Malak — AI Engineer: Whisper API, Deepseek V3.2, AKool Pro, MediaPipe integration
  • Shahd — UI/UX Designer &amp; Communications Lead: Wireframes, prototypes, visual design, stakeholder communications</a:t>
            </a:r>
          </a:p>
          <a:p>
            <a:pPr>
              <a:defRPr/>
            </a:pPr>
            <a:endParaRPr lang="en-US" sz="2800" dirty="0">
              <a:latin typeface="Arial" panose="020B0604020202020204" pitchFamily="34" charset="0"/>
              <a:cs typeface="Arial" panose="020B0604020202020204" pitchFamily="34" charset="0"/>
            </a:endParaRPr>
          </a:p>
          <a:p>
            <a:pPr>
              <a:defRPr/>
            </a:pPr>
            <a:endParaRPr lang="en-US" sz="2800" dirty="0">
              <a:latin typeface="Arial" panose="020B0604020202020204" pitchFamily="34" charset="0"/>
              <a:cs typeface="Arial" panose="020B0604020202020204" pitchFamily="34" charset="0"/>
            </a:endParaRPr>
          </a:p>
          <a:p>
            <a:pPr marL="0" indent="0">
              <a:buNone/>
              <a:defRP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470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B71D9-601E-9DE9-67A2-931BC244A7C2}"/>
              </a:ext>
            </a:extLst>
          </p:cNvPr>
          <p:cNvSpPr>
            <a:spLocks noGrp="1"/>
          </p:cNvSpPr>
          <p:nvPr>
            <p:ph type="body" sz="quarter" idx="13"/>
          </p:nvPr>
        </p:nvSpPr>
        <p:spPr/>
        <p:txBody>
          <a:bodyPr vert="horz" lIns="91440" tIns="45720" rIns="91440" bIns="45720" rtlCol="0" anchor="t">
            <a:normAutofit/>
          </a:bodyPr>
          <a:lstStyle/>
          <a:p>
            <a:r>
              <a:rPr lang="en-US" dirty="0"/>
              <a:t>Provide input and get involved</a:t>
            </a:r>
          </a:p>
        </p:txBody>
      </p:sp>
      <p:sp>
        <p:nvSpPr>
          <p:cNvPr id="2" name="Title 1">
            <a:extLst>
              <a:ext uri="{FF2B5EF4-FFF2-40B4-BE49-F238E27FC236}">
                <a16:creationId xmlns:a16="http://schemas.microsoft.com/office/drawing/2014/main" id="{9429FAB2-39B0-D6E6-DC06-F6A97D0A3591}"/>
              </a:ext>
            </a:extLst>
          </p:cNvPr>
          <p:cNvSpPr>
            <a:spLocks noGrp="1"/>
          </p:cNvSpPr>
          <p:nvPr>
            <p:ph type="title"/>
          </p:nvPr>
        </p:nvSpPr>
        <p:spPr/>
        <p:txBody>
          <a:bodyPr/>
          <a:lstStyle/>
          <a:p>
            <a:r>
              <a:rPr lang="en-US"/>
              <a:t>HOW YOU CAN HELP</a:t>
            </a:r>
          </a:p>
        </p:txBody>
      </p:sp>
    </p:spTree>
    <p:extLst>
      <p:ext uri="{BB962C8B-B14F-4D97-AF65-F5344CB8AC3E}">
        <p14:creationId xmlns:p14="http://schemas.microsoft.com/office/powerpoint/2010/main" val="1011112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Stakeholders</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734284"/>
            <a:ext cx="10972800" cy="5123716"/>
          </a:xfrm>
          <a:noFill/>
        </p:spPr>
        <p:txBody>
          <a:bodyPr vert="horz" lIns="68580" tIns="34290" rIns="68580" bIns="34290" rtlCol="0">
            <a:normAutofit fontScale="77500" lnSpcReduction="20000"/>
          </a:bodyPr>
          <a:lstStyle/>
          <a:p>
            <a:pPr>
              <a:defRPr/>
            </a:pPr>
            <a:r>
              <a:rPr lang="en-US" sz="2800" dirty="0">
                <a:latin typeface="Arial" panose="020B0604020202020204" pitchFamily="34" charset="0"/>
                <a:cs typeface="Arial" panose="020B0604020202020204" pitchFamily="34" charset="0"/>
              </a:rPr>
              <a:t>IISS Stakeholder Groups:
  • Candidates: Users practicing AI mock interviews — high impact, high interest — primary end users of the AI interview experience
  • Recruiters / HR Managers: Users managing and evaluating AI sessions — high impact — key paying customers of the subscription model
  • Admin Users: System administrators managing users, subscriptions, and configurations — medium impact, medium interest
  • Applicants: Email-invited interviewees completing real AI sessions — high impact for session, low ongoing engagement
  • Academic Supervisor / FUE University: Project sponsor — high influence over scope, timeline, and graduation approval
  • AI Service Providers (OpenAI/Whisper, Deepseek, AKool): External vendors — indirect dependency</a:t>
            </a:r>
          </a:p>
          <a:p>
            <a:pPr>
              <a:defRPr/>
            </a:pPr>
            <a:endParaRPr lang="en-US" sz="2800" dirty="0">
              <a:latin typeface="Arial" panose="020B0604020202020204" pitchFamily="34" charset="0"/>
              <a:cs typeface="Arial" panose="020B0604020202020204" pitchFamily="34" charset="0"/>
            </a:endParaRPr>
          </a:p>
          <a:p>
            <a:pPr>
              <a:defRPr/>
            </a:pPr>
            <a:endParaRPr lang="en-US" sz="2800" dirty="0">
              <a:latin typeface="Arial" panose="020B0604020202020204" pitchFamily="34" charset="0"/>
              <a:cs typeface="Arial" panose="020B0604020202020204" pitchFamily="34" charset="0"/>
            </a:endParaRPr>
          </a:p>
          <a:p>
            <a:pPr marL="0" indent="0">
              <a:buNone/>
              <a:defRP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866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Stakeholders</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734284"/>
            <a:ext cx="10972800" cy="5123716"/>
          </a:xfrm>
          <a:noFill/>
        </p:spPr>
        <p:txBody>
          <a:bodyPr vert="horz" lIns="68580" tIns="34290" rIns="68580" bIns="34290" rtlCol="0">
            <a:normAutofit fontScale="85000" lnSpcReduction="20000"/>
          </a:bodyPr>
          <a:lstStyle/>
          <a:p>
            <a:pPr>
              <a:defRPr/>
            </a:pPr>
            <a:r>
              <a:rPr lang="en-US" sz="2800" dirty="0">
                <a:latin typeface="Arial" panose="020B0604020202020204" pitchFamily="34" charset="0"/>
                <a:cs typeface="Arial" panose="020B0604020202020204" pitchFamily="34" charset="0"/>
              </a:rPr>
              <a:t>IISS Stakeholder Engagement Strategy:
  • Candidates &amp; Recruiters: Involved in UAT sessions (Month 6); feedback surveys collected; demo sessions held before go-live
  • Academic Supervisor: Weekly status reports by Seraj; formal milestone sign-offs at project charter, requirements approval, and final deployment
  • Development Team (Seraj, Khaled, Seif, Gamal, Malak, Shahd): 24 weekly team meetings (documented in CAL_SPM.mpp); sprint reviews and retrospectives every 2 weeks
  • Applicants: Orientation via email invitation instructions; limited post-session feedback collection
  • Key Communication Channel: Weekly status email to sponsor + project repository updates (all documentation stored at FUE/IISS repo)</a:t>
            </a:r>
          </a:p>
          <a:p>
            <a:pPr>
              <a:defRPr/>
            </a:pPr>
            <a:endParaRPr lang="en-US" sz="2800" dirty="0">
              <a:latin typeface="Arial" panose="020B0604020202020204" pitchFamily="34" charset="0"/>
              <a:cs typeface="Arial" panose="020B0604020202020204" pitchFamily="34" charset="0"/>
            </a:endParaRPr>
          </a:p>
          <a:p>
            <a:pPr>
              <a:defRPr/>
            </a:pPr>
            <a:endParaRPr lang="en-US" sz="2800" dirty="0">
              <a:latin typeface="Arial" panose="020B0604020202020204" pitchFamily="34" charset="0"/>
              <a:cs typeface="Arial" panose="020B0604020202020204" pitchFamily="34" charset="0"/>
            </a:endParaRPr>
          </a:p>
          <a:p>
            <a:pPr marL="0" indent="0">
              <a:buNone/>
              <a:defRP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0916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0FE-9AA8-A420-9DF9-00873BB06C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Next Steps</a:t>
            </a:r>
          </a:p>
        </p:txBody>
      </p:sp>
      <p:sp>
        <p:nvSpPr>
          <p:cNvPr id="3" name="Content Placeholder 2">
            <a:extLst>
              <a:ext uri="{FF2B5EF4-FFF2-40B4-BE49-F238E27FC236}">
                <a16:creationId xmlns:a16="http://schemas.microsoft.com/office/drawing/2014/main" id="{DD5C101F-AD43-907C-1355-61E86E96E172}"/>
              </a:ext>
            </a:extLst>
          </p:cNvPr>
          <p:cNvSpPr>
            <a:spLocks noGrp="1"/>
          </p:cNvSpPr>
          <p:nvPr>
            <p:ph idx="1"/>
          </p:nvPr>
        </p:nvSpPr>
        <p:spPr>
          <a:xfrm>
            <a:off x="609600" y="1734284"/>
            <a:ext cx="10972800" cy="5123716"/>
          </a:xfrm>
          <a:noFill/>
        </p:spPr>
        <p:txBody>
          <a:bodyPr vert="horz" lIns="68580" tIns="34290" rIns="68580" bIns="34290" rtlCol="0">
            <a:normAutofit/>
          </a:bodyPr>
          <a:lstStyle/>
          <a:p>
            <a:pPr>
              <a:defRPr/>
            </a:pPr>
            <a:r>
              <a:rPr lang="en-US" sz="2800" dirty="0">
                <a:latin typeface="Arial" panose="020B0604020202020204" pitchFamily="34" charset="0"/>
                <a:cs typeface="Arial" panose="020B0604020202020204" pitchFamily="34" charset="0"/>
              </a:rPr>
              <a:t>Complete detailed project planning and WBS ( — Week 1 of Feb)</a:t>
            </a:r>
          </a:p>
          <a:p>
            <a:pPr>
              <a:defRPr/>
            </a:pPr>
            <a:r>
              <a:rPr lang="en-US" sz="2800" dirty="0">
                <a:latin typeface="Arial" panose="020B0604020202020204" pitchFamily="34" charset="0"/>
                <a:cs typeface="Arial" panose="020B0604020202020204" pitchFamily="34" charset="0"/>
              </a:rPr>
              <a:t>Finalise IISS project repository and documentation library (CAL_SPM.mpp, Project Charter v2, Business Case v2, RAID Log)</a:t>
            </a:r>
          </a:p>
          <a:p>
            <a:pPr>
              <a:defRPr/>
            </a:pPr>
            <a:r>
              <a:rPr lang="en-US" sz="2800" dirty="0">
                <a:latin typeface="Arial" panose="020B0604020202020204" pitchFamily="34" charset="0"/>
                <a:cs typeface="Arial" panose="020B0604020202020204" pitchFamily="34" charset="0"/>
              </a:rPr>
              <a:t>Confirm weekly team meeting schedule (24 meetings, every week Jan–Sep 2026)</a:t>
            </a:r>
          </a:p>
          <a:p>
            <a:pPr>
              <a:defRPr/>
            </a:pPr>
            <a:r>
              <a:rPr lang="en-US" sz="2800" dirty="0">
                <a:latin typeface="Arial" panose="020B0604020202020204" pitchFamily="34" charset="0"/>
                <a:cs typeface="Arial" panose="020B0604020202020204" pitchFamily="34" charset="0"/>
              </a:rPr>
              <a:t>Begin AI API prototyping: Whisper, Deepseek V3.2, AKool Pro, MediaPipe (Sprint 1 — Feb 2026, )</a:t>
            </a:r>
          </a:p>
          <a:p>
            <a:pPr>
              <a:defRPr/>
            </a:pPr>
            <a:endParaRPr lang="en-US" sz="2800" dirty="0">
              <a:latin typeface="Arial" panose="020B0604020202020204" pitchFamily="34" charset="0"/>
              <a:cs typeface="Arial" panose="020B0604020202020204" pitchFamily="34" charset="0"/>
            </a:endParaRPr>
          </a:p>
          <a:p>
            <a:pPr>
              <a:defRPr/>
            </a:pPr>
            <a:endParaRPr lang="en-US" sz="2800" dirty="0">
              <a:latin typeface="Arial" panose="020B0604020202020204" pitchFamily="34" charset="0"/>
              <a:cs typeface="Arial" panose="020B0604020202020204" pitchFamily="34" charset="0"/>
            </a:endParaRPr>
          </a:p>
          <a:p>
            <a:pPr marL="0" indent="0">
              <a:buNone/>
              <a:defRP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1550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efault Theme">
  <a:themeElements>
    <a:clrScheme name="University of Waterloo">
      <a:dk1>
        <a:sysClr val="windowText" lastClr="000000"/>
      </a:dk1>
      <a:lt1>
        <a:sysClr val="window" lastClr="FFFFFF"/>
      </a:lt1>
      <a:dk2>
        <a:srgbClr val="757575"/>
      </a:dk2>
      <a:lt2>
        <a:srgbClr val="EEEEEE"/>
      </a:lt2>
      <a:accent1>
        <a:srgbClr val="757575"/>
      </a:accent1>
      <a:accent2>
        <a:srgbClr val="EEEEEE"/>
      </a:accent2>
      <a:accent3>
        <a:srgbClr val="FFD74E"/>
      </a:accent3>
      <a:accent4>
        <a:srgbClr val="C11F42"/>
      </a:accent4>
      <a:accent5>
        <a:srgbClr val="FFFFFF"/>
      </a:accent5>
      <a:accent6>
        <a:srgbClr val="FFFFFF"/>
      </a:accent6>
      <a:hlink>
        <a:srgbClr val="C11F42"/>
      </a:hlink>
      <a:folHlink>
        <a:srgbClr val="75757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oject Kick off Template v2.pot [Compatibility Mode]" id="{A7116873-888B-425C-B48F-4A25C3AAFB25}" vid="{D87CF9C2-19C7-4247-9275-EFDBE8458739}"/>
    </a:ext>
  </a:extLst>
</a:theme>
</file>

<file path=ppt/theme/theme2.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Custom 1">
      <a:majorFont>
        <a:latin typeface="Barlow Condensed"/>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aterloo_powerpoint_template_16-9_widescreen.pptx" id="{8C6518D2-2BB0-4F41-9D7B-4C5FB8B2D4A7}" vid="{397A0246-1277-443B-95C5-D946E7703B8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LongProperties xmlns="http://schemas.microsoft.com/office/2006/metadata/long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B6400BB656AA4B959D7F0EA38AA0CA" ma:contentTypeVersion="15" ma:contentTypeDescription="Create a new document." ma:contentTypeScope="" ma:versionID="4b6957919f8bca7715dfd0967119550c">
  <xsd:schema xmlns:xsd="http://www.w3.org/2001/XMLSchema" xmlns:xs="http://www.w3.org/2001/XMLSchema" xmlns:p="http://schemas.microsoft.com/office/2006/metadata/properties" xmlns:ns2="68696b1f-e12b-4fa2-85fa-f973e28033d7" xmlns:ns3="7c6aa46e-854b-4905-bea9-8e55e192b6f5" targetNamespace="http://schemas.microsoft.com/office/2006/metadata/properties" ma:root="true" ma:fieldsID="8d59cc944fe13cb7ba5c75bf023dd2db" ns2:_="" ns3:_="">
    <xsd:import namespace="68696b1f-e12b-4fa2-85fa-f973e28033d7"/>
    <xsd:import namespace="7c6aa46e-854b-4905-bea9-8e55e192b6f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2:MediaServiceAutoKeyPoints" minOccurs="0"/>
                <xsd:element ref="ns2:MediaServiceKeyPoint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696b1f-e12b-4fa2-85fa-f973e28033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bf906fe-3e8e-4b22-a6fd-bde302b9218c"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c6aa46e-854b-4905-bea9-8e55e192b6f5"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c7b185e-853a-4d02-9e01-d9161b7b0843}" ma:internalName="TaxCatchAll" ma:showField="CatchAllData" ma:web="7c6aa46e-854b-4905-bea9-8e55e192b6f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68696b1f-e12b-4fa2-85fa-f973e28033d7">
      <Terms xmlns="http://schemas.microsoft.com/office/infopath/2007/PartnerControls"/>
    </lcf76f155ced4ddcb4097134ff3c332f>
    <TaxCatchAll xmlns="7c6aa46e-854b-4905-bea9-8e55e192b6f5" xsi:nil="true"/>
  </documentManagement>
</p:properties>
</file>

<file path=customXml/itemProps1.xml><?xml version="1.0" encoding="utf-8"?>
<ds:datastoreItem xmlns:ds="http://schemas.openxmlformats.org/officeDocument/2006/customXml" ds:itemID="{6AFA3BC1-0174-4C9B-BD71-B488866FD15E}">
  <ds:schemaRefs>
    <ds:schemaRef ds:uri="http://schemas.microsoft.com/sharepoint/v3/contenttype/forms"/>
  </ds:schemaRefs>
</ds:datastoreItem>
</file>

<file path=customXml/itemProps2.xml><?xml version="1.0" encoding="utf-8"?>
<ds:datastoreItem xmlns:ds="http://schemas.openxmlformats.org/officeDocument/2006/customXml" ds:itemID="{9F585EFC-E2B7-47EF-8B6A-751320A31097}">
  <ds:schemaRefs>
    <ds:schemaRef ds:uri="http://schemas.microsoft.com/office/2006/metadata/longProperties"/>
  </ds:schemaRefs>
</ds:datastoreItem>
</file>

<file path=customXml/itemProps3.xml><?xml version="1.0" encoding="utf-8"?>
<ds:datastoreItem xmlns:ds="http://schemas.openxmlformats.org/officeDocument/2006/customXml" ds:itemID="{5217CDC0-28D2-4435-84F5-07B7861673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696b1f-e12b-4fa2-85fa-f973e28033d7"/>
    <ds:schemaRef ds:uri="7c6aa46e-854b-4905-bea9-8e55e192b6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BD89B597-DFD7-4694-85F5-E5AF0C08DEFD}">
  <ds:schemaRefs>
    <ds:schemaRef ds:uri="http://schemas.openxmlformats.org/package/2006/metadata/core-properties"/>
    <ds:schemaRef ds:uri="http://purl.org/dc/dcmitype/"/>
    <ds:schemaRef ds:uri="http://schemas.microsoft.com/office/infopath/2007/PartnerControls"/>
    <ds:schemaRef ds:uri="http://purl.org/dc/terms/"/>
    <ds:schemaRef ds:uri="http://purl.org/dc/elements/1.1/"/>
    <ds:schemaRef ds:uri="http://schemas.microsoft.com/office/2006/documentManagement/types"/>
    <ds:schemaRef ds:uri="http://www.w3.org/XML/1998/namespace"/>
    <ds:schemaRef ds:uri="http://schemas.microsoft.com/office/2006/metadata/properties"/>
    <ds:schemaRef ds:uri="7c6aa46e-854b-4905-bea9-8e55e192b6f5"/>
    <ds:schemaRef ds:uri="68696b1f-e12b-4fa2-85fa-f973e28033d7"/>
  </ds:schemaRefs>
</ds:datastoreItem>
</file>

<file path=docProps/app.xml><?xml version="1.0" encoding="utf-8"?>
<Properties xmlns="http://schemas.openxmlformats.org/officeDocument/2006/extended-properties" xmlns:vt="http://schemas.openxmlformats.org/officeDocument/2006/docPropsVTypes">
  <Template>template-project-kickoff-meeting</Template>
  <TotalTime>217</TotalTime>
  <Words>1966</Words>
  <Application>Microsoft Office PowerPoint</Application>
  <PresentationFormat>Widescreen</PresentationFormat>
  <Paragraphs>139</Paragraphs>
  <Slides>20</Slides>
  <Notes>20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Arial</vt:lpstr>
      <vt:lpstr>Barlow Condensed</vt:lpstr>
      <vt:lpstr>Calibri</vt:lpstr>
      <vt:lpstr>Georgia</vt:lpstr>
      <vt:lpstr>Times New Roman</vt:lpstr>
      <vt:lpstr>Verdana</vt:lpstr>
      <vt:lpstr>Wingdings</vt:lpstr>
      <vt:lpstr>Default Theme</vt:lpstr>
      <vt:lpstr>UofWaterloo_WhiteBkgrd</vt:lpstr>
      <vt:lpstr>PowerPoint Presentation</vt:lpstr>
      <vt:lpstr>Kick-off Meeting Agenda</vt:lpstr>
      <vt:lpstr>Welcome and Background</vt:lpstr>
      <vt:lpstr>Introductions</vt:lpstr>
      <vt:lpstr>Project Overview</vt:lpstr>
      <vt:lpstr>Project Management Approach</vt:lpstr>
      <vt:lpstr>Sponsor Message</vt:lpstr>
      <vt:lpstr>Round Table Discussion</vt:lpstr>
      <vt:lpstr>The project</vt:lpstr>
      <vt:lpstr>Project Charter Overview</vt:lpstr>
      <vt:lpstr>Project Scope</vt:lpstr>
      <vt:lpstr>Project Team</vt:lpstr>
      <vt:lpstr>Governance</vt:lpstr>
      <vt:lpstr>Project Milestones</vt:lpstr>
      <vt:lpstr>Constraints</vt:lpstr>
      <vt:lpstr>Roles &amp; Responsibilities</vt:lpstr>
      <vt:lpstr>HOW YOU CAN HELP</vt:lpstr>
      <vt:lpstr>Stakeholders</vt:lpstr>
      <vt:lpstr>Stakeholders</vt:lpstr>
      <vt:lpstr>Next Steps</vt:lpstr>
    </vt:vector>
  </TitlesOfParts>
  <Company>Information Systems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Kick-off</dc:title>
  <dc:creator>Fluttert, Pamela E</dc:creator>
  <cp:lastModifiedBy>20224609 Khaled Abuelenein Mohamed Salama</cp:lastModifiedBy>
  <cp:revision>37</cp:revision>
  <dcterms:created xsi:type="dcterms:W3CDTF">2015-06-24T12:41:31Z</dcterms:created>
  <dcterms:modified xsi:type="dcterms:W3CDTF">2026-05-09T18:38:49Z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
    <vt:lpwstr>FCDSJYTTWTYP-1-643</vt:lpwstr>
  </property>
  <property fmtid="{D5CDD505-2E9C-101B-9397-08002B2CF9AE}" pid="3" name="_dlc_DocIdItemGuid">
    <vt:lpwstr>f82033aa-023d-4146-839c-d8aa95835123</vt:lpwstr>
  </property>
  <property fmtid="{D5CDD505-2E9C-101B-9397-08002B2CF9AE}" pid="4" name="_dlc_DocIdUrl">
    <vt:lpwstr>https://sharepoint.uwaterloo.ca/sites/Portfolio Management/_layouts/15/DocIdRedir.aspx?ID=FCDSJYTTWTYP-1-643, FCDSJYTTWTYP-1-643</vt:lpwstr>
  </property>
  <property fmtid="{D5CDD505-2E9C-101B-9397-08002B2CF9AE}" pid="5" name="ContentTypeId">
    <vt:lpwstr>0x01010079B6400BB656AA4B959D7F0EA38AA0CA</vt:lpwstr>
  </property>
</Properties>
</file>